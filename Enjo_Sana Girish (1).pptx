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65" r:id="rId2"/>
    <p:sldId id="258" r:id="rId3"/>
    <p:sldId id="263" r:id="rId4"/>
    <p:sldId id="272" r:id="rId5"/>
    <p:sldId id="273" r:id="rId6"/>
    <p:sldId id="266" r:id="rId7"/>
    <p:sldId id="267" r:id="rId8"/>
    <p:sldId id="256" r:id="rId9"/>
    <p:sldId id="257"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66E3878-A151-47E6-93A4-7BD3A9748147}">
          <p14:sldIdLst>
            <p14:sldId id="265"/>
            <p14:sldId id="258"/>
            <p14:sldId id="263"/>
            <p14:sldId id="272"/>
            <p14:sldId id="273"/>
            <p14:sldId id="266"/>
            <p14:sldId id="267"/>
            <p14:sldId id="256"/>
            <p14:sldId id="257"/>
          </p14:sldIdLst>
        </p14:section>
        <p14:section name="Appendix" id="{FDC03CAD-BE71-4A14-972D-DC46311B7C69}">
          <p14:sldIdLst>
            <p14:sldId id="2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B2D23B-CF2D-4D47-B4EE-9D83A744270F}" v="500" dt="2023-08-18T01:16:50.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notesViewPr>
    <p:cSldViewPr snapToGrid="0">
      <p:cViewPr>
        <p:scale>
          <a:sx n="100" d="100"/>
          <a:sy n="100" d="100"/>
        </p:scale>
        <p:origin x="1628" y="-20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rish, Ligy" userId="40d49a88-6788-4d4d-ad4b-feaae8e5ca1f" providerId="ADAL" clId="{20B2D23B-CF2D-4D47-B4EE-9D83A744270F}"/>
    <pc:docChg chg="undo custSel addSld delSld modSld addSection modSection">
      <pc:chgData name="Girish, Ligy" userId="40d49a88-6788-4d4d-ad4b-feaae8e5ca1f" providerId="ADAL" clId="{20B2D23B-CF2D-4D47-B4EE-9D83A744270F}" dt="2023-08-18T01:18:00.791" v="3554" actId="1076"/>
      <pc:docMkLst>
        <pc:docMk/>
      </pc:docMkLst>
      <pc:sldChg chg="addSp modSp mod">
        <pc:chgData name="Girish, Ligy" userId="40d49a88-6788-4d4d-ad4b-feaae8e5ca1f" providerId="ADAL" clId="{20B2D23B-CF2D-4D47-B4EE-9D83A744270F}" dt="2023-08-17T06:35:46.116" v="3148" actId="14100"/>
        <pc:sldMkLst>
          <pc:docMk/>
          <pc:sldMk cId="0" sldId="256"/>
        </pc:sldMkLst>
        <pc:spChg chg="mod">
          <ac:chgData name="Girish, Ligy" userId="40d49a88-6788-4d4d-ad4b-feaae8e5ca1f" providerId="ADAL" clId="{20B2D23B-CF2D-4D47-B4EE-9D83A744270F}" dt="2023-08-17T05:38:38.922" v="3054" actId="1076"/>
          <ac:spMkLst>
            <pc:docMk/>
            <pc:sldMk cId="0" sldId="256"/>
            <ac:spMk id="5"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6" creationId="{00000000-0000-0000-0000-000000000000}"/>
          </ac:spMkLst>
        </pc:spChg>
        <pc:spChg chg="mod">
          <ac:chgData name="Girish, Ligy" userId="40d49a88-6788-4d4d-ad4b-feaae8e5ca1f" providerId="ADAL" clId="{20B2D23B-CF2D-4D47-B4EE-9D83A744270F}" dt="2023-08-17T06:29:54.789" v="3077" actId="120"/>
          <ac:spMkLst>
            <pc:docMk/>
            <pc:sldMk cId="0" sldId="256"/>
            <ac:spMk id="15" creationId="{00000000-0000-0000-0000-000000000000}"/>
          </ac:spMkLst>
        </pc:spChg>
        <pc:spChg chg="mod">
          <ac:chgData name="Girish, Ligy" userId="40d49a88-6788-4d4d-ad4b-feaae8e5ca1f" providerId="ADAL" clId="{20B2D23B-CF2D-4D47-B4EE-9D83A744270F}" dt="2023-08-17T05:38:55.252" v="3059" actId="1037"/>
          <ac:spMkLst>
            <pc:docMk/>
            <pc:sldMk cId="0" sldId="256"/>
            <ac:spMk id="16"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17"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18"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22"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23"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24" creationId="{00000000-0000-0000-0000-000000000000}"/>
          </ac:spMkLst>
        </pc:spChg>
        <pc:spChg chg="mod">
          <ac:chgData name="Girish, Ligy" userId="40d49a88-6788-4d4d-ad4b-feaae8e5ca1f" providerId="ADAL" clId="{20B2D23B-CF2D-4D47-B4EE-9D83A744270F}" dt="2023-08-17T06:28:37.529" v="3069" actId="1076"/>
          <ac:spMkLst>
            <pc:docMk/>
            <pc:sldMk cId="0" sldId="256"/>
            <ac:spMk id="25" creationId="{00000000-0000-0000-0000-000000000000}"/>
          </ac:spMkLst>
        </pc:spChg>
        <pc:spChg chg="mod">
          <ac:chgData name="Girish, Ligy" userId="40d49a88-6788-4d4d-ad4b-feaae8e5ca1f" providerId="ADAL" clId="{20B2D23B-CF2D-4D47-B4EE-9D83A744270F}" dt="2023-08-17T06:35:46.116" v="3148" actId="14100"/>
          <ac:spMkLst>
            <pc:docMk/>
            <pc:sldMk cId="0" sldId="256"/>
            <ac:spMk id="26" creationId="{00000000-0000-0000-0000-000000000000}"/>
          </ac:spMkLst>
        </pc:spChg>
        <pc:spChg chg="mod">
          <ac:chgData name="Girish, Ligy" userId="40d49a88-6788-4d4d-ad4b-feaae8e5ca1f" providerId="ADAL" clId="{20B2D23B-CF2D-4D47-B4EE-9D83A744270F}" dt="2023-08-17T06:30:28.866" v="3119" actId="14100"/>
          <ac:spMkLst>
            <pc:docMk/>
            <pc:sldMk cId="0" sldId="256"/>
            <ac:spMk id="29" creationId="{00000000-0000-0000-0000-000000000000}"/>
          </ac:spMkLst>
        </pc:spChg>
        <pc:spChg chg="mod">
          <ac:chgData name="Girish, Ligy" userId="40d49a88-6788-4d4d-ad4b-feaae8e5ca1f" providerId="ADAL" clId="{20B2D23B-CF2D-4D47-B4EE-9D83A744270F}" dt="2023-08-17T06:31:43.206" v="3131" actId="1076"/>
          <ac:spMkLst>
            <pc:docMk/>
            <pc:sldMk cId="0" sldId="256"/>
            <ac:spMk id="30" creationId="{00000000-0000-0000-0000-000000000000}"/>
          </ac:spMkLst>
        </pc:spChg>
        <pc:spChg chg="mod">
          <ac:chgData name="Girish, Ligy" userId="40d49a88-6788-4d4d-ad4b-feaae8e5ca1f" providerId="ADAL" clId="{20B2D23B-CF2D-4D47-B4EE-9D83A744270F}" dt="2023-08-17T06:35:32.056" v="3146" actId="14100"/>
          <ac:spMkLst>
            <pc:docMk/>
            <pc:sldMk cId="0" sldId="256"/>
            <ac:spMk id="34" creationId="{00000000-0000-0000-0000-000000000000}"/>
          </ac:spMkLst>
        </pc:spChg>
        <pc:spChg chg="mod">
          <ac:chgData name="Girish, Ligy" userId="40d49a88-6788-4d4d-ad4b-feaae8e5ca1f" providerId="ADAL" clId="{20B2D23B-CF2D-4D47-B4EE-9D83A744270F}" dt="2023-08-17T06:31:14.313" v="3127" actId="1076"/>
          <ac:spMkLst>
            <pc:docMk/>
            <pc:sldMk cId="0" sldId="256"/>
            <ac:spMk id="35" creationId="{00000000-0000-0000-0000-000000000000}"/>
          </ac:spMkLst>
        </pc:spChg>
        <pc:spChg chg="mod">
          <ac:chgData name="Girish, Ligy" userId="40d49a88-6788-4d4d-ad4b-feaae8e5ca1f" providerId="ADAL" clId="{20B2D23B-CF2D-4D47-B4EE-9D83A744270F}" dt="2023-08-17T06:31:20.839" v="3128" actId="14100"/>
          <ac:spMkLst>
            <pc:docMk/>
            <pc:sldMk cId="0" sldId="256"/>
            <ac:spMk id="36"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37"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38"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39"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40"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41"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42"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43"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44"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45" creationId="{00000000-0000-0000-0000-000000000000}"/>
          </ac:spMkLst>
        </pc:spChg>
        <pc:spChg chg="mod">
          <ac:chgData name="Girish, Ligy" userId="40d49a88-6788-4d4d-ad4b-feaae8e5ca1f" providerId="ADAL" clId="{20B2D23B-CF2D-4D47-B4EE-9D83A744270F}" dt="2023-08-17T05:38:38.922" v="3054" actId="1076"/>
          <ac:spMkLst>
            <pc:docMk/>
            <pc:sldMk cId="0" sldId="256"/>
            <ac:spMk id="46" creationId="{00000000-0000-0000-0000-000000000000}"/>
          </ac:spMkLst>
        </pc:spChg>
        <pc:spChg chg="mod">
          <ac:chgData name="Girish, Ligy" userId="40d49a88-6788-4d4d-ad4b-feaae8e5ca1f" providerId="ADAL" clId="{20B2D23B-CF2D-4D47-B4EE-9D83A744270F}" dt="2023-08-17T06:30:22.954" v="3118" actId="14100"/>
          <ac:spMkLst>
            <pc:docMk/>
            <pc:sldMk cId="0" sldId="256"/>
            <ac:spMk id="47" creationId="{00000000-0000-0000-0000-000000000000}"/>
          </ac:spMkLst>
        </pc:spChg>
        <pc:spChg chg="add mod">
          <ac:chgData name="Girish, Ligy" userId="40d49a88-6788-4d4d-ad4b-feaae8e5ca1f" providerId="ADAL" clId="{20B2D23B-CF2D-4D47-B4EE-9D83A744270F}" dt="2023-08-17T06:26:12.459" v="3065" actId="14100"/>
          <ac:spMkLst>
            <pc:docMk/>
            <pc:sldMk cId="0" sldId="256"/>
            <ac:spMk id="48" creationId="{14799F1B-0742-AB9C-64FE-80111FFCFF3F}"/>
          </ac:spMkLst>
        </pc:spChg>
        <pc:grpChg chg="mod">
          <ac:chgData name="Girish, Ligy" userId="40d49a88-6788-4d4d-ad4b-feaae8e5ca1f" providerId="ADAL" clId="{20B2D23B-CF2D-4D47-B4EE-9D83A744270F}" dt="2023-08-17T05:38:38.922" v="3054" actId="1076"/>
          <ac:grpSpMkLst>
            <pc:docMk/>
            <pc:sldMk cId="0" sldId="256"/>
            <ac:grpSpMk id="2" creationId="{00000000-0000-0000-0000-000000000000}"/>
          </ac:grpSpMkLst>
        </pc:grpChg>
        <pc:grpChg chg="mod">
          <ac:chgData name="Girish, Ligy" userId="40d49a88-6788-4d4d-ad4b-feaae8e5ca1f" providerId="ADAL" clId="{20B2D23B-CF2D-4D47-B4EE-9D83A744270F}" dt="2023-08-17T05:38:38.922" v="3054" actId="1076"/>
          <ac:grpSpMkLst>
            <pc:docMk/>
            <pc:sldMk cId="0" sldId="256"/>
            <ac:grpSpMk id="7" creationId="{00000000-0000-0000-0000-000000000000}"/>
          </ac:grpSpMkLst>
        </pc:grpChg>
        <pc:grpChg chg="mod">
          <ac:chgData name="Girish, Ligy" userId="40d49a88-6788-4d4d-ad4b-feaae8e5ca1f" providerId="ADAL" clId="{20B2D23B-CF2D-4D47-B4EE-9D83A744270F}" dt="2023-08-17T05:38:38.922" v="3054" actId="1076"/>
          <ac:grpSpMkLst>
            <pc:docMk/>
            <pc:sldMk cId="0" sldId="256"/>
            <ac:grpSpMk id="10" creationId="{00000000-0000-0000-0000-000000000000}"/>
          </ac:grpSpMkLst>
        </pc:grpChg>
        <pc:grpChg chg="mod">
          <ac:chgData name="Girish, Ligy" userId="40d49a88-6788-4d4d-ad4b-feaae8e5ca1f" providerId="ADAL" clId="{20B2D23B-CF2D-4D47-B4EE-9D83A744270F}" dt="2023-08-17T06:29:59.047" v="3078" actId="14100"/>
          <ac:grpSpMkLst>
            <pc:docMk/>
            <pc:sldMk cId="0" sldId="256"/>
            <ac:grpSpMk id="13" creationId="{00000000-0000-0000-0000-000000000000}"/>
          </ac:grpSpMkLst>
        </pc:grpChg>
        <pc:grpChg chg="mod">
          <ac:chgData name="Girish, Ligy" userId="40d49a88-6788-4d4d-ad4b-feaae8e5ca1f" providerId="ADAL" clId="{20B2D23B-CF2D-4D47-B4EE-9D83A744270F}" dt="2023-08-17T05:38:38.922" v="3054" actId="1076"/>
          <ac:grpSpMkLst>
            <pc:docMk/>
            <pc:sldMk cId="0" sldId="256"/>
            <ac:grpSpMk id="19" creationId="{00000000-0000-0000-0000-000000000000}"/>
          </ac:grpSpMkLst>
        </pc:grpChg>
        <pc:grpChg chg="mod">
          <ac:chgData name="Girish, Ligy" userId="40d49a88-6788-4d4d-ad4b-feaae8e5ca1f" providerId="ADAL" clId="{20B2D23B-CF2D-4D47-B4EE-9D83A744270F}" dt="2023-08-17T06:30:32.743" v="3120" actId="14100"/>
          <ac:grpSpMkLst>
            <pc:docMk/>
            <pc:sldMk cId="0" sldId="256"/>
            <ac:grpSpMk id="27" creationId="{00000000-0000-0000-0000-000000000000}"/>
          </ac:grpSpMkLst>
        </pc:grpChg>
        <pc:grpChg chg="mod">
          <ac:chgData name="Girish, Ligy" userId="40d49a88-6788-4d4d-ad4b-feaae8e5ca1f" providerId="ADAL" clId="{20B2D23B-CF2D-4D47-B4EE-9D83A744270F}" dt="2023-08-17T06:31:07.875" v="3126" actId="1076"/>
          <ac:grpSpMkLst>
            <pc:docMk/>
            <pc:sldMk cId="0" sldId="256"/>
            <ac:grpSpMk id="31" creationId="{00000000-0000-0000-0000-000000000000}"/>
          </ac:grpSpMkLst>
        </pc:grpChg>
      </pc:sldChg>
      <pc:sldChg chg="addSp modSp mod">
        <pc:chgData name="Girish, Ligy" userId="40d49a88-6788-4d4d-ad4b-feaae8e5ca1f" providerId="ADAL" clId="{20B2D23B-CF2D-4D47-B4EE-9D83A744270F}" dt="2023-08-17T06:26:20.330" v="3067"/>
        <pc:sldMkLst>
          <pc:docMk/>
          <pc:sldMk cId="2389659023" sldId="257"/>
        </pc:sldMkLst>
        <pc:spChg chg="add mod">
          <ac:chgData name="Girish, Ligy" userId="40d49a88-6788-4d4d-ad4b-feaae8e5ca1f" providerId="ADAL" clId="{20B2D23B-CF2D-4D47-B4EE-9D83A744270F}" dt="2023-08-17T06:26:20.330" v="3067"/>
          <ac:spMkLst>
            <pc:docMk/>
            <pc:sldMk cId="2389659023" sldId="257"/>
            <ac:spMk id="2" creationId="{651ACD1C-FD6A-5168-CC99-C44F9CE5DC5B}"/>
          </ac:spMkLst>
        </pc:spChg>
        <pc:spChg chg="mod">
          <ac:chgData name="Girish, Ligy" userId="40d49a88-6788-4d4d-ad4b-feaae8e5ca1f" providerId="ADAL" clId="{20B2D23B-CF2D-4D47-B4EE-9D83A744270F}" dt="2023-08-17T06:26:18.952" v="3066" actId="1076"/>
          <ac:spMkLst>
            <pc:docMk/>
            <pc:sldMk cId="2389659023" sldId="257"/>
            <ac:spMk id="3" creationId="{5EB5CC8E-D89E-E396-FF76-C7803210C866}"/>
          </ac:spMkLst>
        </pc:spChg>
      </pc:sldChg>
      <pc:sldChg chg="modSp mod">
        <pc:chgData name="Girish, Ligy" userId="40d49a88-6788-4d4d-ad4b-feaae8e5ca1f" providerId="ADAL" clId="{20B2D23B-CF2D-4D47-B4EE-9D83A744270F}" dt="2023-08-06T12:27:18.289" v="56" actId="1035"/>
        <pc:sldMkLst>
          <pc:docMk/>
          <pc:sldMk cId="498057781" sldId="258"/>
        </pc:sldMkLst>
        <pc:spChg chg="mod">
          <ac:chgData name="Girish, Ligy" userId="40d49a88-6788-4d4d-ad4b-feaae8e5ca1f" providerId="ADAL" clId="{20B2D23B-CF2D-4D47-B4EE-9D83A744270F}" dt="2023-08-06T12:27:18.289" v="56" actId="1035"/>
          <ac:spMkLst>
            <pc:docMk/>
            <pc:sldMk cId="498057781" sldId="258"/>
            <ac:spMk id="2" creationId="{9EC2E1E1-EF28-2B18-B94A-1D35E944CDB2}"/>
          </ac:spMkLst>
        </pc:spChg>
      </pc:sldChg>
      <pc:sldChg chg="modSp mod">
        <pc:chgData name="Girish, Ligy" userId="40d49a88-6788-4d4d-ad4b-feaae8e5ca1f" providerId="ADAL" clId="{20B2D23B-CF2D-4D47-B4EE-9D83A744270F}" dt="2023-08-18T01:18:00.791" v="3554" actId="1076"/>
        <pc:sldMkLst>
          <pc:docMk/>
          <pc:sldMk cId="1439820635" sldId="263"/>
        </pc:sldMkLst>
        <pc:spChg chg="mod">
          <ac:chgData name="Girish, Ligy" userId="40d49a88-6788-4d4d-ad4b-feaae8e5ca1f" providerId="ADAL" clId="{20B2D23B-CF2D-4D47-B4EE-9D83A744270F}" dt="2023-08-06T12:27:23.944" v="59" actId="1036"/>
          <ac:spMkLst>
            <pc:docMk/>
            <pc:sldMk cId="1439820635" sldId="263"/>
            <ac:spMk id="2" creationId="{9EC2E1E1-EF28-2B18-B94A-1D35E944CDB2}"/>
          </ac:spMkLst>
        </pc:spChg>
        <pc:spChg chg="mod">
          <ac:chgData name="Girish, Ligy" userId="40d49a88-6788-4d4d-ad4b-feaae8e5ca1f" providerId="ADAL" clId="{20B2D23B-CF2D-4D47-B4EE-9D83A744270F}" dt="2023-08-18T01:18:00.791" v="3554" actId="1076"/>
          <ac:spMkLst>
            <pc:docMk/>
            <pc:sldMk cId="1439820635" sldId="263"/>
            <ac:spMk id="9" creationId="{DE895622-41EC-E473-DD29-108EF8F1C95D}"/>
          </ac:spMkLst>
        </pc:spChg>
      </pc:sldChg>
      <pc:sldChg chg="addSp delSp modSp del mod modShow modNotes">
        <pc:chgData name="Girish, Ligy" userId="40d49a88-6788-4d4d-ad4b-feaae8e5ca1f" providerId="ADAL" clId="{20B2D23B-CF2D-4D47-B4EE-9D83A744270F}" dt="2023-08-18T01:16:42.971" v="3542" actId="47"/>
        <pc:sldMkLst>
          <pc:docMk/>
          <pc:sldMk cId="3987446175" sldId="264"/>
        </pc:sldMkLst>
        <pc:spChg chg="mod">
          <ac:chgData name="Girish, Ligy" userId="40d49a88-6788-4d4d-ad4b-feaae8e5ca1f" providerId="ADAL" clId="{20B2D23B-CF2D-4D47-B4EE-9D83A744270F}" dt="2023-08-17T00:26:21.093" v="1889" actId="122"/>
          <ac:spMkLst>
            <pc:docMk/>
            <pc:sldMk cId="3987446175" sldId="264"/>
            <ac:spMk id="2" creationId="{9EC2E1E1-EF28-2B18-B94A-1D35E944CDB2}"/>
          </ac:spMkLst>
        </pc:spChg>
        <pc:spChg chg="mod">
          <ac:chgData name="Girish, Ligy" userId="40d49a88-6788-4d4d-ad4b-feaae8e5ca1f" providerId="ADAL" clId="{20B2D23B-CF2D-4D47-B4EE-9D83A744270F}" dt="2023-08-17T00:23:54.990" v="1812" actId="242"/>
          <ac:spMkLst>
            <pc:docMk/>
            <pc:sldMk cId="3987446175" sldId="264"/>
            <ac:spMk id="3" creationId="{344A8159-8793-D9BB-7BCB-65424A3227B8}"/>
          </ac:spMkLst>
        </pc:spChg>
        <pc:spChg chg="mod">
          <ac:chgData name="Girish, Ligy" userId="40d49a88-6788-4d4d-ad4b-feaae8e5ca1f" providerId="ADAL" clId="{20B2D23B-CF2D-4D47-B4EE-9D83A744270F}" dt="2023-08-17T00:25:28.696" v="1882" actId="14100"/>
          <ac:spMkLst>
            <pc:docMk/>
            <pc:sldMk cId="3987446175" sldId="264"/>
            <ac:spMk id="4" creationId="{39F76B18-FD23-6E68-070F-EEE6981B5689}"/>
          </ac:spMkLst>
        </pc:spChg>
        <pc:spChg chg="add del mod">
          <ac:chgData name="Girish, Ligy" userId="40d49a88-6788-4d4d-ad4b-feaae8e5ca1f" providerId="ADAL" clId="{20B2D23B-CF2D-4D47-B4EE-9D83A744270F}" dt="2023-08-17T07:19:59.739" v="3339" actId="21"/>
          <ac:spMkLst>
            <pc:docMk/>
            <pc:sldMk cId="3987446175" sldId="264"/>
            <ac:spMk id="5" creationId="{4117864A-D3AC-040D-7DDF-46F333E79425}"/>
          </ac:spMkLst>
        </pc:spChg>
        <pc:spChg chg="mod">
          <ac:chgData name="Girish, Ligy" userId="40d49a88-6788-4d4d-ad4b-feaae8e5ca1f" providerId="ADAL" clId="{20B2D23B-CF2D-4D47-B4EE-9D83A744270F}" dt="2023-08-17T00:22:15.953" v="1802" actId="6549"/>
          <ac:spMkLst>
            <pc:docMk/>
            <pc:sldMk cId="3987446175" sldId="264"/>
            <ac:spMk id="18" creationId="{9D9BD09E-4E1A-B8CF-8CB8-7AA1FB8F6E22}"/>
          </ac:spMkLst>
        </pc:spChg>
        <pc:spChg chg="mod">
          <ac:chgData name="Girish, Ligy" userId="40d49a88-6788-4d4d-ad4b-feaae8e5ca1f" providerId="ADAL" clId="{20B2D23B-CF2D-4D47-B4EE-9D83A744270F}" dt="2023-08-17T00:25:36.236" v="1883" actId="14100"/>
          <ac:spMkLst>
            <pc:docMk/>
            <pc:sldMk cId="3987446175" sldId="264"/>
            <ac:spMk id="19" creationId="{E23C7CAF-0F4B-ED8F-FF9D-76C4EE141C14}"/>
          </ac:spMkLst>
        </pc:spChg>
        <pc:spChg chg="mod">
          <ac:chgData name="Girish, Ligy" userId="40d49a88-6788-4d4d-ad4b-feaae8e5ca1f" providerId="ADAL" clId="{20B2D23B-CF2D-4D47-B4EE-9D83A744270F}" dt="2023-08-17T00:23:59.547" v="1813" actId="242"/>
          <ac:spMkLst>
            <pc:docMk/>
            <pc:sldMk cId="3987446175" sldId="264"/>
            <ac:spMk id="20" creationId="{FEDAD984-CEBB-3055-7F65-1A1EC80DD69C}"/>
          </ac:spMkLst>
        </pc:spChg>
        <pc:spChg chg="mod">
          <ac:chgData name="Girish, Ligy" userId="40d49a88-6788-4d4d-ad4b-feaae8e5ca1f" providerId="ADAL" clId="{20B2D23B-CF2D-4D47-B4EE-9D83A744270F}" dt="2023-08-17T00:25:41.381" v="1884" actId="14100"/>
          <ac:spMkLst>
            <pc:docMk/>
            <pc:sldMk cId="3987446175" sldId="264"/>
            <ac:spMk id="21" creationId="{26F30D9B-A847-A9EF-69BE-CDDEDC1813E5}"/>
          </ac:spMkLst>
        </pc:spChg>
      </pc:sldChg>
      <pc:sldChg chg="addSp delSp modSp mod">
        <pc:chgData name="Girish, Ligy" userId="40d49a88-6788-4d4d-ad4b-feaae8e5ca1f" providerId="ADAL" clId="{20B2D23B-CF2D-4D47-B4EE-9D83A744270F}" dt="2023-08-17T08:10:18.468" v="3354"/>
        <pc:sldMkLst>
          <pc:docMk/>
          <pc:sldMk cId="0" sldId="265"/>
        </pc:sldMkLst>
        <pc:spChg chg="mod">
          <ac:chgData name="Girish, Ligy" userId="40d49a88-6788-4d4d-ad4b-feaae8e5ca1f" providerId="ADAL" clId="{20B2D23B-CF2D-4D47-B4EE-9D83A744270F}" dt="2023-08-06T12:24:22.773" v="0" actId="108"/>
          <ac:spMkLst>
            <pc:docMk/>
            <pc:sldMk cId="0" sldId="265"/>
            <ac:spMk id="3" creationId="{00000000-0000-0000-0000-000000000000}"/>
          </ac:spMkLst>
        </pc:spChg>
        <pc:spChg chg="mod">
          <ac:chgData name="Girish, Ligy" userId="40d49a88-6788-4d4d-ad4b-feaae8e5ca1f" providerId="ADAL" clId="{20B2D23B-CF2D-4D47-B4EE-9D83A744270F}" dt="2023-08-06T12:25:06.037" v="3" actId="571"/>
          <ac:spMkLst>
            <pc:docMk/>
            <pc:sldMk cId="0" sldId="265"/>
            <ac:spMk id="4" creationId="{FAFBA9E5-BEA5-43E5-207B-0E5015714F3F}"/>
          </ac:spMkLst>
        </pc:spChg>
        <pc:spChg chg="mod">
          <ac:chgData name="Girish, Ligy" userId="40d49a88-6788-4d4d-ad4b-feaae8e5ca1f" providerId="ADAL" clId="{20B2D23B-CF2D-4D47-B4EE-9D83A744270F}" dt="2023-08-17T08:10:18.468" v="3354"/>
          <ac:spMkLst>
            <pc:docMk/>
            <pc:sldMk cId="0" sldId="265"/>
            <ac:spMk id="16" creationId="{0F57419A-0582-11CC-8316-24A7B18699FC}"/>
          </ac:spMkLst>
        </pc:spChg>
        <pc:spChg chg="mod">
          <ac:chgData name="Girish, Ligy" userId="40d49a88-6788-4d4d-ad4b-feaae8e5ca1f" providerId="ADAL" clId="{20B2D23B-CF2D-4D47-B4EE-9D83A744270F}" dt="2023-08-06T12:25:06.037" v="3" actId="571"/>
          <ac:spMkLst>
            <pc:docMk/>
            <pc:sldMk cId="0" sldId="265"/>
            <ac:spMk id="18" creationId="{DB7AE3BB-DEE7-62B6-05C0-0CD58AB90EE8}"/>
          </ac:spMkLst>
        </pc:spChg>
        <pc:spChg chg="mod">
          <ac:chgData name="Girish, Ligy" userId="40d49a88-6788-4d4d-ad4b-feaae8e5ca1f" providerId="ADAL" clId="{20B2D23B-CF2D-4D47-B4EE-9D83A744270F}" dt="2023-08-06T12:25:06.037" v="3" actId="571"/>
          <ac:spMkLst>
            <pc:docMk/>
            <pc:sldMk cId="0" sldId="265"/>
            <ac:spMk id="20" creationId="{7F873FDC-0537-8A59-E3D8-AA5959B75E33}"/>
          </ac:spMkLst>
        </pc:spChg>
        <pc:grpChg chg="add mod">
          <ac:chgData name="Girish, Ligy" userId="40d49a88-6788-4d4d-ad4b-feaae8e5ca1f" providerId="ADAL" clId="{20B2D23B-CF2D-4D47-B4EE-9D83A744270F}" dt="2023-08-06T12:25:15.023" v="28" actId="1076"/>
          <ac:grpSpMkLst>
            <pc:docMk/>
            <pc:sldMk cId="0" sldId="265"/>
            <ac:grpSpMk id="2" creationId="{48E3A95D-E81A-9213-452B-ADA3184AD3B5}"/>
          </ac:grpSpMkLst>
        </pc:grpChg>
        <pc:grpChg chg="mod">
          <ac:chgData name="Girish, Ligy" userId="40d49a88-6788-4d4d-ad4b-feaae8e5ca1f" providerId="ADAL" clId="{20B2D23B-CF2D-4D47-B4EE-9D83A744270F}" dt="2023-08-06T12:25:25.612" v="29" actId="1076"/>
          <ac:grpSpMkLst>
            <pc:docMk/>
            <pc:sldMk cId="0" sldId="265"/>
            <ac:grpSpMk id="5" creationId="{00000000-0000-0000-0000-000000000000}"/>
          </ac:grpSpMkLst>
        </pc:grpChg>
        <pc:grpChg chg="add mod">
          <ac:chgData name="Girish, Ligy" userId="40d49a88-6788-4d4d-ad4b-feaae8e5ca1f" providerId="ADAL" clId="{20B2D23B-CF2D-4D47-B4EE-9D83A744270F}" dt="2023-08-06T12:25:15.023" v="28" actId="1076"/>
          <ac:grpSpMkLst>
            <pc:docMk/>
            <pc:sldMk cId="0" sldId="265"/>
            <ac:grpSpMk id="17" creationId="{B4ADD0EA-63D9-766F-E0B7-3FDE5809FF5A}"/>
          </ac:grpSpMkLst>
        </pc:grpChg>
        <pc:grpChg chg="add mod">
          <ac:chgData name="Girish, Ligy" userId="40d49a88-6788-4d4d-ad4b-feaae8e5ca1f" providerId="ADAL" clId="{20B2D23B-CF2D-4D47-B4EE-9D83A744270F}" dt="2023-08-06T12:25:15.023" v="28" actId="1076"/>
          <ac:grpSpMkLst>
            <pc:docMk/>
            <pc:sldMk cId="0" sldId="265"/>
            <ac:grpSpMk id="19" creationId="{007FC188-4BF3-2B1B-8312-828284277640}"/>
          </ac:grpSpMkLst>
        </pc:grpChg>
        <pc:picChg chg="add del">
          <ac:chgData name="Girish, Ligy" userId="40d49a88-6788-4d4d-ad4b-feaae8e5ca1f" providerId="ADAL" clId="{20B2D23B-CF2D-4D47-B4EE-9D83A744270F}" dt="2023-08-11T12:02:44.219" v="227" actId="478"/>
          <ac:picMkLst>
            <pc:docMk/>
            <pc:sldMk cId="0" sldId="265"/>
            <ac:picMk id="22" creationId="{31FDE2D6-A595-DE20-7AD0-BC3B8C6BAA86}"/>
          </ac:picMkLst>
        </pc:picChg>
      </pc:sldChg>
      <pc:sldChg chg="addSp delSp modSp mod">
        <pc:chgData name="Girish, Ligy" userId="40d49a88-6788-4d4d-ad4b-feaae8e5ca1f" providerId="ADAL" clId="{20B2D23B-CF2D-4D47-B4EE-9D83A744270F}" dt="2023-08-18T01:16:26.151" v="3540" actId="1076"/>
        <pc:sldMkLst>
          <pc:docMk/>
          <pc:sldMk cId="4201028556" sldId="266"/>
        </pc:sldMkLst>
        <pc:spChg chg="mod">
          <ac:chgData name="Girish, Ligy" userId="40d49a88-6788-4d4d-ad4b-feaae8e5ca1f" providerId="ADAL" clId="{20B2D23B-CF2D-4D47-B4EE-9D83A744270F}" dt="2023-08-07T08:13:56.164" v="116" actId="20577"/>
          <ac:spMkLst>
            <pc:docMk/>
            <pc:sldMk cId="4201028556" sldId="266"/>
            <ac:spMk id="2" creationId="{9EC2E1E1-EF28-2B18-B94A-1D35E944CDB2}"/>
          </ac:spMkLst>
        </pc:spChg>
        <pc:spChg chg="add mod">
          <ac:chgData name="Girish, Ligy" userId="40d49a88-6788-4d4d-ad4b-feaae8e5ca1f" providerId="ADAL" clId="{20B2D23B-CF2D-4D47-B4EE-9D83A744270F}" dt="2023-08-18T01:16:26.151" v="3540" actId="1076"/>
          <ac:spMkLst>
            <pc:docMk/>
            <pc:sldMk cId="4201028556" sldId="266"/>
            <ac:spMk id="3" creationId="{1C486A54-752C-640C-FE6F-345469E5EDCC}"/>
          </ac:spMkLst>
        </pc:spChg>
        <pc:spChg chg="del">
          <ac:chgData name="Girish, Ligy" userId="40d49a88-6788-4d4d-ad4b-feaae8e5ca1f" providerId="ADAL" clId="{20B2D23B-CF2D-4D47-B4EE-9D83A744270F}" dt="2023-08-07T08:14:01.509" v="117" actId="478"/>
          <ac:spMkLst>
            <pc:docMk/>
            <pc:sldMk cId="4201028556" sldId="266"/>
            <ac:spMk id="3" creationId="{344A8159-8793-D9BB-7BCB-65424A3227B8}"/>
          </ac:spMkLst>
        </pc:spChg>
        <pc:spChg chg="add del mod">
          <ac:chgData name="Girish, Ligy" userId="40d49a88-6788-4d4d-ad4b-feaae8e5ca1f" providerId="ADAL" clId="{20B2D23B-CF2D-4D47-B4EE-9D83A744270F}" dt="2023-08-18T01:15:24.646" v="3530"/>
          <ac:spMkLst>
            <pc:docMk/>
            <pc:sldMk cId="4201028556" sldId="266"/>
            <ac:spMk id="4" creationId="{39D00B3A-3ECC-88C5-0479-0379CB1DB993}"/>
          </ac:spMkLst>
        </pc:spChg>
        <pc:spChg chg="del">
          <ac:chgData name="Girish, Ligy" userId="40d49a88-6788-4d4d-ad4b-feaae8e5ca1f" providerId="ADAL" clId="{20B2D23B-CF2D-4D47-B4EE-9D83A744270F}" dt="2023-08-07T08:14:01.509" v="117" actId="478"/>
          <ac:spMkLst>
            <pc:docMk/>
            <pc:sldMk cId="4201028556" sldId="266"/>
            <ac:spMk id="4" creationId="{39F76B18-FD23-6E68-070F-EEE6981B5689}"/>
          </ac:spMkLst>
        </pc:spChg>
        <pc:spChg chg="del">
          <ac:chgData name="Girish, Ligy" userId="40d49a88-6788-4d4d-ad4b-feaae8e5ca1f" providerId="ADAL" clId="{20B2D23B-CF2D-4D47-B4EE-9D83A744270F}" dt="2023-08-07T08:14:01.509" v="117" actId="478"/>
          <ac:spMkLst>
            <pc:docMk/>
            <pc:sldMk cId="4201028556" sldId="266"/>
            <ac:spMk id="18" creationId="{9D9BD09E-4E1A-B8CF-8CB8-7AA1FB8F6E22}"/>
          </ac:spMkLst>
        </pc:spChg>
        <pc:spChg chg="del">
          <ac:chgData name="Girish, Ligy" userId="40d49a88-6788-4d4d-ad4b-feaae8e5ca1f" providerId="ADAL" clId="{20B2D23B-CF2D-4D47-B4EE-9D83A744270F}" dt="2023-08-07T08:14:01.509" v="117" actId="478"/>
          <ac:spMkLst>
            <pc:docMk/>
            <pc:sldMk cId="4201028556" sldId="266"/>
            <ac:spMk id="19" creationId="{E23C7CAF-0F4B-ED8F-FF9D-76C4EE141C14}"/>
          </ac:spMkLst>
        </pc:spChg>
        <pc:spChg chg="del">
          <ac:chgData name="Girish, Ligy" userId="40d49a88-6788-4d4d-ad4b-feaae8e5ca1f" providerId="ADAL" clId="{20B2D23B-CF2D-4D47-B4EE-9D83A744270F}" dt="2023-08-07T08:14:01.509" v="117" actId="478"/>
          <ac:spMkLst>
            <pc:docMk/>
            <pc:sldMk cId="4201028556" sldId="266"/>
            <ac:spMk id="20" creationId="{FEDAD984-CEBB-3055-7F65-1A1EC80DD69C}"/>
          </ac:spMkLst>
        </pc:spChg>
        <pc:spChg chg="del">
          <ac:chgData name="Girish, Ligy" userId="40d49a88-6788-4d4d-ad4b-feaae8e5ca1f" providerId="ADAL" clId="{20B2D23B-CF2D-4D47-B4EE-9D83A744270F}" dt="2023-08-07T08:14:01.509" v="117" actId="478"/>
          <ac:spMkLst>
            <pc:docMk/>
            <pc:sldMk cId="4201028556" sldId="266"/>
            <ac:spMk id="21" creationId="{26F30D9B-A847-A9EF-69BE-CDDEDC1813E5}"/>
          </ac:spMkLst>
        </pc:spChg>
        <pc:picChg chg="add del mod">
          <ac:chgData name="Girish, Ligy" userId="40d49a88-6788-4d4d-ad4b-feaae8e5ca1f" providerId="ADAL" clId="{20B2D23B-CF2D-4D47-B4EE-9D83A744270F}" dt="2023-08-16T00:40:00.207" v="260" actId="21"/>
          <ac:picMkLst>
            <pc:docMk/>
            <pc:sldMk cId="4201028556" sldId="266"/>
            <ac:picMk id="5" creationId="{BC1C8B8D-5AFF-F636-A663-AE25F2A3BB66}"/>
          </ac:picMkLst>
        </pc:picChg>
      </pc:sldChg>
      <pc:sldChg chg="addSp delSp modSp mod delAnim modAnim">
        <pc:chgData name="Girish, Ligy" userId="40d49a88-6788-4d4d-ad4b-feaae8e5ca1f" providerId="ADAL" clId="{20B2D23B-CF2D-4D47-B4EE-9D83A744270F}" dt="2023-08-17T06:43:11.472" v="3206" actId="14100"/>
        <pc:sldMkLst>
          <pc:docMk/>
          <pc:sldMk cId="3488992411" sldId="267"/>
        </pc:sldMkLst>
        <pc:spChg chg="mod">
          <ac:chgData name="Girish, Ligy" userId="40d49a88-6788-4d4d-ad4b-feaae8e5ca1f" providerId="ADAL" clId="{20B2D23B-CF2D-4D47-B4EE-9D83A744270F}" dt="2023-08-17T06:40:18.703" v="3165" actId="1076"/>
          <ac:spMkLst>
            <pc:docMk/>
            <pc:sldMk cId="3488992411" sldId="267"/>
            <ac:spMk id="2" creationId="{9EC2E1E1-EF28-2B18-B94A-1D35E944CDB2}"/>
          </ac:spMkLst>
        </pc:spChg>
        <pc:spChg chg="del mod">
          <ac:chgData name="Girish, Ligy" userId="40d49a88-6788-4d4d-ad4b-feaae8e5ca1f" providerId="ADAL" clId="{20B2D23B-CF2D-4D47-B4EE-9D83A744270F}" dt="2023-08-16T00:39:07.278" v="233"/>
          <ac:spMkLst>
            <pc:docMk/>
            <pc:sldMk cId="3488992411" sldId="267"/>
            <ac:spMk id="4" creationId="{39D00B3A-3ECC-88C5-0479-0379CB1DB993}"/>
          </ac:spMkLst>
        </pc:spChg>
        <pc:spChg chg="add mod">
          <ac:chgData name="Girish, Ligy" userId="40d49a88-6788-4d4d-ad4b-feaae8e5ca1f" providerId="ADAL" clId="{20B2D23B-CF2D-4D47-B4EE-9D83A744270F}" dt="2023-08-17T05:30:44.692" v="2979" actId="1038"/>
          <ac:spMkLst>
            <pc:docMk/>
            <pc:sldMk cId="3488992411" sldId="267"/>
            <ac:spMk id="5" creationId="{55C74EB2-529A-6126-09F6-929472EBB881}"/>
          </ac:spMkLst>
        </pc:spChg>
        <pc:spChg chg="add mod">
          <ac:chgData name="Girish, Ligy" userId="40d49a88-6788-4d4d-ad4b-feaae8e5ca1f" providerId="ADAL" clId="{20B2D23B-CF2D-4D47-B4EE-9D83A744270F}" dt="2023-08-17T05:30:17.314" v="2965" actId="1076"/>
          <ac:spMkLst>
            <pc:docMk/>
            <pc:sldMk cId="3488992411" sldId="267"/>
            <ac:spMk id="9" creationId="{B5A495C2-B80A-7A3F-49A4-1BE722DF5F9D}"/>
          </ac:spMkLst>
        </pc:spChg>
        <pc:spChg chg="add del mod">
          <ac:chgData name="Girish, Ligy" userId="40d49a88-6788-4d4d-ad4b-feaae8e5ca1f" providerId="ADAL" clId="{20B2D23B-CF2D-4D47-B4EE-9D83A744270F}" dt="2023-08-16T01:20:56.016" v="522" actId="478"/>
          <ac:spMkLst>
            <pc:docMk/>
            <pc:sldMk cId="3488992411" sldId="267"/>
            <ac:spMk id="10" creationId="{FEAF5A8D-B576-1D43-CB4F-F000AE549C79}"/>
          </ac:spMkLst>
        </pc:spChg>
        <pc:spChg chg="add mod">
          <ac:chgData name="Girish, Ligy" userId="40d49a88-6788-4d4d-ad4b-feaae8e5ca1f" providerId="ADAL" clId="{20B2D23B-CF2D-4D47-B4EE-9D83A744270F}" dt="2023-08-17T06:39:30.242" v="3160" actId="1076"/>
          <ac:spMkLst>
            <pc:docMk/>
            <pc:sldMk cId="3488992411" sldId="267"/>
            <ac:spMk id="11" creationId="{33B9CBD1-73B3-C495-C244-D4932CEBC761}"/>
          </ac:spMkLst>
        </pc:spChg>
        <pc:spChg chg="add mod">
          <ac:chgData name="Girish, Ligy" userId="40d49a88-6788-4d4d-ad4b-feaae8e5ca1f" providerId="ADAL" clId="{20B2D23B-CF2D-4D47-B4EE-9D83A744270F}" dt="2023-08-17T05:27:35.131" v="2937" actId="1037"/>
          <ac:spMkLst>
            <pc:docMk/>
            <pc:sldMk cId="3488992411" sldId="267"/>
            <ac:spMk id="12" creationId="{8A46621B-CCC2-473F-4E21-40A9DB1DA7CD}"/>
          </ac:spMkLst>
        </pc:spChg>
        <pc:spChg chg="add mod">
          <ac:chgData name="Girish, Ligy" userId="40d49a88-6788-4d4d-ad4b-feaae8e5ca1f" providerId="ADAL" clId="{20B2D23B-CF2D-4D47-B4EE-9D83A744270F}" dt="2023-08-17T06:41:24.317" v="3193" actId="1037"/>
          <ac:spMkLst>
            <pc:docMk/>
            <pc:sldMk cId="3488992411" sldId="267"/>
            <ac:spMk id="15" creationId="{5A731D61-A8B1-5303-1B09-2A5D90FCC0D4}"/>
          </ac:spMkLst>
        </pc:spChg>
        <pc:spChg chg="add mod">
          <ac:chgData name="Girish, Ligy" userId="40d49a88-6788-4d4d-ad4b-feaae8e5ca1f" providerId="ADAL" clId="{20B2D23B-CF2D-4D47-B4EE-9D83A744270F}" dt="2023-08-17T06:40:52.892" v="3189" actId="1035"/>
          <ac:spMkLst>
            <pc:docMk/>
            <pc:sldMk cId="3488992411" sldId="267"/>
            <ac:spMk id="16" creationId="{5BC0454C-C98D-9B89-40ED-7B6782932249}"/>
          </ac:spMkLst>
        </pc:spChg>
        <pc:spChg chg="add mod">
          <ac:chgData name="Girish, Ligy" userId="40d49a88-6788-4d4d-ad4b-feaae8e5ca1f" providerId="ADAL" clId="{20B2D23B-CF2D-4D47-B4EE-9D83A744270F}" dt="2023-08-17T06:41:36.342" v="3194" actId="1076"/>
          <ac:spMkLst>
            <pc:docMk/>
            <pc:sldMk cId="3488992411" sldId="267"/>
            <ac:spMk id="17" creationId="{04EE8311-C7D8-2DB1-5A7B-77BFBDC50D62}"/>
          </ac:spMkLst>
        </pc:spChg>
        <pc:spChg chg="add mod">
          <ac:chgData name="Girish, Ligy" userId="40d49a88-6788-4d4d-ad4b-feaae8e5ca1f" providerId="ADAL" clId="{20B2D23B-CF2D-4D47-B4EE-9D83A744270F}" dt="2023-08-17T06:41:46.279" v="3201" actId="1037"/>
          <ac:spMkLst>
            <pc:docMk/>
            <pc:sldMk cId="3488992411" sldId="267"/>
            <ac:spMk id="18" creationId="{B174F1EB-C1A8-2EA6-C659-74BF7EE12A18}"/>
          </ac:spMkLst>
        </pc:spChg>
        <pc:spChg chg="add mod">
          <ac:chgData name="Girish, Ligy" userId="40d49a88-6788-4d4d-ad4b-feaae8e5ca1f" providerId="ADAL" clId="{20B2D23B-CF2D-4D47-B4EE-9D83A744270F}" dt="2023-08-17T06:40:52.892" v="3189" actId="1035"/>
          <ac:spMkLst>
            <pc:docMk/>
            <pc:sldMk cId="3488992411" sldId="267"/>
            <ac:spMk id="19" creationId="{DCAA88D0-C80D-BC9B-FFC0-866755500A37}"/>
          </ac:spMkLst>
        </pc:spChg>
        <pc:spChg chg="add del">
          <ac:chgData name="Girish, Ligy" userId="40d49a88-6788-4d4d-ad4b-feaae8e5ca1f" providerId="ADAL" clId="{20B2D23B-CF2D-4D47-B4EE-9D83A744270F}" dt="2023-08-17T05:36:38.255" v="3007" actId="11529"/>
          <ac:spMkLst>
            <pc:docMk/>
            <pc:sldMk cId="3488992411" sldId="267"/>
            <ac:spMk id="28" creationId="{8B55DA3C-A317-DB2C-BA45-D5080F0ECE3A}"/>
          </ac:spMkLst>
        </pc:spChg>
        <pc:spChg chg="add del mod">
          <ac:chgData name="Girish, Ligy" userId="40d49a88-6788-4d4d-ad4b-feaae8e5ca1f" providerId="ADAL" clId="{20B2D23B-CF2D-4D47-B4EE-9D83A744270F}" dt="2023-08-17T05:37:40.464" v="3010"/>
          <ac:spMkLst>
            <pc:docMk/>
            <pc:sldMk cId="3488992411" sldId="267"/>
            <ac:spMk id="29" creationId="{9E7308B5-557B-EC82-0E4C-B17901F37537}"/>
          </ac:spMkLst>
        </pc:spChg>
        <pc:spChg chg="add del">
          <ac:chgData name="Girish, Ligy" userId="40d49a88-6788-4d4d-ad4b-feaae8e5ca1f" providerId="ADAL" clId="{20B2D23B-CF2D-4D47-B4EE-9D83A744270F}" dt="2023-08-17T06:36:29.835" v="3150" actId="11529"/>
          <ac:spMkLst>
            <pc:docMk/>
            <pc:sldMk cId="3488992411" sldId="267"/>
            <ac:spMk id="30" creationId="{C8B05D1C-6147-35CD-3B1E-CAC9B11D2413}"/>
          </ac:spMkLst>
        </pc:spChg>
        <pc:spChg chg="add mod">
          <ac:chgData name="Girish, Ligy" userId="40d49a88-6788-4d4d-ad4b-feaae8e5ca1f" providerId="ADAL" clId="{20B2D23B-CF2D-4D47-B4EE-9D83A744270F}" dt="2023-08-17T06:40:52.892" v="3189" actId="1035"/>
          <ac:spMkLst>
            <pc:docMk/>
            <pc:sldMk cId="3488992411" sldId="267"/>
            <ac:spMk id="31" creationId="{5496D23F-E8CA-DE4D-50E2-2727E66EC244}"/>
          </ac:spMkLst>
        </pc:spChg>
        <pc:spChg chg="add mod">
          <ac:chgData name="Girish, Ligy" userId="40d49a88-6788-4d4d-ad4b-feaae8e5ca1f" providerId="ADAL" clId="{20B2D23B-CF2D-4D47-B4EE-9D83A744270F}" dt="2023-08-17T06:43:11.472" v="3206" actId="14100"/>
          <ac:spMkLst>
            <pc:docMk/>
            <pc:sldMk cId="3488992411" sldId="267"/>
            <ac:spMk id="32" creationId="{D165020E-5785-4291-3FB0-3DB2FA67A642}"/>
          </ac:spMkLst>
        </pc:spChg>
        <pc:spChg chg="add mod">
          <ac:chgData name="Girish, Ligy" userId="40d49a88-6788-4d4d-ad4b-feaae8e5ca1f" providerId="ADAL" clId="{20B2D23B-CF2D-4D47-B4EE-9D83A744270F}" dt="2023-08-17T06:40:28.751" v="3176" actId="1036"/>
          <ac:spMkLst>
            <pc:docMk/>
            <pc:sldMk cId="3488992411" sldId="267"/>
            <ac:spMk id="55" creationId="{3C5AB4CB-DB3B-2341-0434-545D033FFD02}"/>
          </ac:spMkLst>
        </pc:spChg>
        <pc:spChg chg="add mod">
          <ac:chgData name="Girish, Ligy" userId="40d49a88-6788-4d4d-ad4b-feaae8e5ca1f" providerId="ADAL" clId="{20B2D23B-CF2D-4D47-B4EE-9D83A744270F}" dt="2023-08-17T06:40:28.751" v="3176" actId="1036"/>
          <ac:spMkLst>
            <pc:docMk/>
            <pc:sldMk cId="3488992411" sldId="267"/>
            <ac:spMk id="66" creationId="{624F1AB7-364A-003F-E8E9-A4A03CCA7D41}"/>
          </ac:spMkLst>
        </pc:spChg>
        <pc:spChg chg="add mod">
          <ac:chgData name="Girish, Ligy" userId="40d49a88-6788-4d4d-ad4b-feaae8e5ca1f" providerId="ADAL" clId="{20B2D23B-CF2D-4D47-B4EE-9D83A744270F}" dt="2023-08-17T06:40:28.751" v="3176" actId="1036"/>
          <ac:spMkLst>
            <pc:docMk/>
            <pc:sldMk cId="3488992411" sldId="267"/>
            <ac:spMk id="67" creationId="{B42393AF-B9B9-3170-B373-E26BD5B3D4D3}"/>
          </ac:spMkLst>
        </pc:spChg>
        <pc:spChg chg="add mod">
          <ac:chgData name="Girish, Ligy" userId="40d49a88-6788-4d4d-ad4b-feaae8e5ca1f" providerId="ADAL" clId="{20B2D23B-CF2D-4D47-B4EE-9D83A744270F}" dt="2023-08-17T06:40:28.751" v="3176" actId="1036"/>
          <ac:spMkLst>
            <pc:docMk/>
            <pc:sldMk cId="3488992411" sldId="267"/>
            <ac:spMk id="68" creationId="{4BDFC4CB-DDFE-AFF5-3E91-95E54299A4EB}"/>
          </ac:spMkLst>
        </pc:spChg>
        <pc:spChg chg="add mod">
          <ac:chgData name="Girish, Ligy" userId="40d49a88-6788-4d4d-ad4b-feaae8e5ca1f" providerId="ADAL" clId="{20B2D23B-CF2D-4D47-B4EE-9D83A744270F}" dt="2023-08-17T06:40:28.751" v="3176" actId="1036"/>
          <ac:spMkLst>
            <pc:docMk/>
            <pc:sldMk cId="3488992411" sldId="267"/>
            <ac:spMk id="69" creationId="{832DD784-0963-03EA-653C-7F79D34E6734}"/>
          </ac:spMkLst>
        </pc:spChg>
        <pc:spChg chg="add mod">
          <ac:chgData name="Girish, Ligy" userId="40d49a88-6788-4d4d-ad4b-feaae8e5ca1f" providerId="ADAL" clId="{20B2D23B-CF2D-4D47-B4EE-9D83A744270F}" dt="2023-08-17T06:40:28.751" v="3176" actId="1036"/>
          <ac:spMkLst>
            <pc:docMk/>
            <pc:sldMk cId="3488992411" sldId="267"/>
            <ac:spMk id="70" creationId="{03517321-62E9-563D-5BEA-AD9CFED4F2A1}"/>
          </ac:spMkLst>
        </pc:spChg>
        <pc:spChg chg="add del mod">
          <ac:chgData name="Girish, Ligy" userId="40d49a88-6788-4d4d-ad4b-feaae8e5ca1f" providerId="ADAL" clId="{20B2D23B-CF2D-4D47-B4EE-9D83A744270F}" dt="2023-08-16T03:05:30.911" v="1667" actId="478"/>
          <ac:spMkLst>
            <pc:docMk/>
            <pc:sldMk cId="3488992411" sldId="267"/>
            <ac:spMk id="71" creationId="{5EBCFACD-0DB9-34A3-FF3B-C9E8EA93426D}"/>
          </ac:spMkLst>
        </pc:spChg>
        <pc:spChg chg="add mod">
          <ac:chgData name="Girish, Ligy" userId="40d49a88-6788-4d4d-ad4b-feaae8e5ca1f" providerId="ADAL" clId="{20B2D23B-CF2D-4D47-B4EE-9D83A744270F}" dt="2023-08-17T06:40:28.751" v="3176" actId="1036"/>
          <ac:spMkLst>
            <pc:docMk/>
            <pc:sldMk cId="3488992411" sldId="267"/>
            <ac:spMk id="72" creationId="{7D569FB4-C69A-0DD1-9E55-9901F34B5527}"/>
          </ac:spMkLst>
        </pc:spChg>
        <pc:spChg chg="add mod">
          <ac:chgData name="Girish, Ligy" userId="40d49a88-6788-4d4d-ad4b-feaae8e5ca1f" providerId="ADAL" clId="{20B2D23B-CF2D-4D47-B4EE-9D83A744270F}" dt="2023-08-17T06:40:28.751" v="3176" actId="1036"/>
          <ac:spMkLst>
            <pc:docMk/>
            <pc:sldMk cId="3488992411" sldId="267"/>
            <ac:spMk id="73" creationId="{5049E16E-444C-9EA8-408E-67F73F6F5410}"/>
          </ac:spMkLst>
        </pc:spChg>
        <pc:spChg chg="add mod">
          <ac:chgData name="Girish, Ligy" userId="40d49a88-6788-4d4d-ad4b-feaae8e5ca1f" providerId="ADAL" clId="{20B2D23B-CF2D-4D47-B4EE-9D83A744270F}" dt="2023-08-17T06:40:28.751" v="3176" actId="1036"/>
          <ac:spMkLst>
            <pc:docMk/>
            <pc:sldMk cId="3488992411" sldId="267"/>
            <ac:spMk id="74" creationId="{B738C33E-E01E-5BB9-D639-A8DB04F2E56F}"/>
          </ac:spMkLst>
        </pc:spChg>
        <pc:spChg chg="add mod">
          <ac:chgData name="Girish, Ligy" userId="40d49a88-6788-4d4d-ad4b-feaae8e5ca1f" providerId="ADAL" clId="{20B2D23B-CF2D-4D47-B4EE-9D83A744270F}" dt="2023-08-17T06:40:28.751" v="3176" actId="1036"/>
          <ac:spMkLst>
            <pc:docMk/>
            <pc:sldMk cId="3488992411" sldId="267"/>
            <ac:spMk id="75" creationId="{85CEE153-638D-B1F1-EE19-8D96C8F318B7}"/>
          </ac:spMkLst>
        </pc:spChg>
        <pc:spChg chg="add mod ord">
          <ac:chgData name="Girish, Ligy" userId="40d49a88-6788-4d4d-ad4b-feaae8e5ca1f" providerId="ADAL" clId="{20B2D23B-CF2D-4D47-B4EE-9D83A744270F}" dt="2023-08-17T06:40:28.751" v="3176" actId="1036"/>
          <ac:spMkLst>
            <pc:docMk/>
            <pc:sldMk cId="3488992411" sldId="267"/>
            <ac:spMk id="78" creationId="{6CB548EA-C633-F041-3423-3F9E9EECF86F}"/>
          </ac:spMkLst>
        </pc:spChg>
        <pc:spChg chg="add mod">
          <ac:chgData name="Girish, Ligy" userId="40d49a88-6788-4d4d-ad4b-feaae8e5ca1f" providerId="ADAL" clId="{20B2D23B-CF2D-4D47-B4EE-9D83A744270F}" dt="2023-08-17T06:40:28.751" v="3176" actId="1036"/>
          <ac:spMkLst>
            <pc:docMk/>
            <pc:sldMk cId="3488992411" sldId="267"/>
            <ac:spMk id="84" creationId="{BBAF5B2C-D8A0-FB05-E222-13926E148BB3}"/>
          </ac:spMkLst>
        </pc:spChg>
        <pc:spChg chg="add del mod">
          <ac:chgData name="Girish, Ligy" userId="40d49a88-6788-4d4d-ad4b-feaae8e5ca1f" providerId="ADAL" clId="{20B2D23B-CF2D-4D47-B4EE-9D83A744270F}" dt="2023-08-17T06:39:53.842" v="3163" actId="478"/>
          <ac:spMkLst>
            <pc:docMk/>
            <pc:sldMk cId="3488992411" sldId="267"/>
            <ac:spMk id="86" creationId="{055733E8-0BB0-C301-CA01-4126F86C1619}"/>
          </ac:spMkLst>
        </pc:spChg>
        <pc:picChg chg="del">
          <ac:chgData name="Girish, Ligy" userId="40d49a88-6788-4d4d-ad4b-feaae8e5ca1f" providerId="ADAL" clId="{20B2D23B-CF2D-4D47-B4EE-9D83A744270F}" dt="2023-08-16T00:39:07.278" v="231" actId="478"/>
          <ac:picMkLst>
            <pc:docMk/>
            <pc:sldMk cId="3488992411" sldId="267"/>
            <ac:picMk id="5" creationId="{BC1C8B8D-5AFF-F636-A663-AE25F2A3BB66}"/>
          </ac:picMkLst>
        </pc:picChg>
        <pc:picChg chg="add mod">
          <ac:chgData name="Girish, Ligy" userId="40d49a88-6788-4d4d-ad4b-feaae8e5ca1f" providerId="ADAL" clId="{20B2D23B-CF2D-4D47-B4EE-9D83A744270F}" dt="2023-08-17T05:27:35.131" v="2937" actId="1037"/>
          <ac:picMkLst>
            <pc:docMk/>
            <pc:sldMk cId="3488992411" sldId="267"/>
            <ac:picMk id="6" creationId="{FB8DFF71-2DD7-71A2-F09F-60D72C9CE014}"/>
          </ac:picMkLst>
        </pc:picChg>
        <pc:picChg chg="add mod">
          <ac:chgData name="Girish, Ligy" userId="40d49a88-6788-4d4d-ad4b-feaae8e5ca1f" providerId="ADAL" clId="{20B2D23B-CF2D-4D47-B4EE-9D83A744270F}" dt="2023-08-17T06:39:30.242" v="3160" actId="1076"/>
          <ac:picMkLst>
            <pc:docMk/>
            <pc:sldMk cId="3488992411" sldId="267"/>
            <ac:picMk id="7" creationId="{9B5ED345-7392-F592-2A1D-DA15BEE6B5E7}"/>
          </ac:picMkLst>
        </pc:picChg>
        <pc:picChg chg="add mod">
          <ac:chgData name="Girish, Ligy" userId="40d49a88-6788-4d4d-ad4b-feaae8e5ca1f" providerId="ADAL" clId="{20B2D23B-CF2D-4D47-B4EE-9D83A744270F}" dt="2023-08-17T05:30:10.952" v="2964" actId="1076"/>
          <ac:picMkLst>
            <pc:docMk/>
            <pc:sldMk cId="3488992411" sldId="267"/>
            <ac:picMk id="8" creationId="{F8D02196-0596-7AB7-3FD3-7E6DCA0FE62F}"/>
          </ac:picMkLst>
        </pc:picChg>
        <pc:picChg chg="add mod">
          <ac:chgData name="Girish, Ligy" userId="40d49a88-6788-4d4d-ad4b-feaae8e5ca1f" providerId="ADAL" clId="{20B2D23B-CF2D-4D47-B4EE-9D83A744270F}" dt="2023-08-17T06:41:39.798" v="3195" actId="14100"/>
          <ac:picMkLst>
            <pc:docMk/>
            <pc:sldMk cId="3488992411" sldId="267"/>
            <ac:picMk id="14" creationId="{47EB2F07-8C05-6D0D-0EDF-7C9108BB594F}"/>
          </ac:picMkLst>
        </pc:picChg>
        <pc:picChg chg="add mod">
          <ac:chgData name="Girish, Ligy" userId="40d49a88-6788-4d4d-ad4b-feaae8e5ca1f" providerId="ADAL" clId="{20B2D23B-CF2D-4D47-B4EE-9D83A744270F}" dt="2023-08-17T05:33:31.233" v="2996" actId="1076"/>
          <ac:picMkLst>
            <pc:docMk/>
            <pc:sldMk cId="3488992411" sldId="267"/>
            <ac:picMk id="21" creationId="{BC65A284-D80B-72AA-8FE7-BE3328755509}"/>
          </ac:picMkLst>
        </pc:picChg>
        <pc:picChg chg="add mod">
          <ac:chgData name="Girish, Ligy" userId="40d49a88-6788-4d4d-ad4b-feaae8e5ca1f" providerId="ADAL" clId="{20B2D23B-CF2D-4D47-B4EE-9D83A744270F}" dt="2023-08-17T05:33:41.894" v="2998" actId="1076"/>
          <ac:picMkLst>
            <pc:docMk/>
            <pc:sldMk cId="3488992411" sldId="267"/>
            <ac:picMk id="22" creationId="{48A2E795-7529-C8B1-D13B-BC2FBC42FDB6}"/>
          </ac:picMkLst>
        </pc:picChg>
        <pc:picChg chg="add mod">
          <ac:chgData name="Girish, Ligy" userId="40d49a88-6788-4d4d-ad4b-feaae8e5ca1f" providerId="ADAL" clId="{20B2D23B-CF2D-4D47-B4EE-9D83A744270F}" dt="2023-08-17T05:33:51.625" v="3000" actId="1076"/>
          <ac:picMkLst>
            <pc:docMk/>
            <pc:sldMk cId="3488992411" sldId="267"/>
            <ac:picMk id="23" creationId="{3566847A-B3FF-BF03-2294-E657F9F12CAF}"/>
          </ac:picMkLst>
        </pc:picChg>
        <pc:picChg chg="add mod">
          <ac:chgData name="Girish, Ligy" userId="40d49a88-6788-4d4d-ad4b-feaae8e5ca1f" providerId="ADAL" clId="{20B2D23B-CF2D-4D47-B4EE-9D83A744270F}" dt="2023-08-17T06:42:56.652" v="3205" actId="1076"/>
          <ac:picMkLst>
            <pc:docMk/>
            <pc:sldMk cId="3488992411" sldId="267"/>
            <ac:picMk id="26" creationId="{86CC7FD5-85F6-DADD-89F7-B20FBF582419}"/>
          </ac:picMkLst>
        </pc:picChg>
        <pc:picChg chg="add mod">
          <ac:chgData name="Girish, Ligy" userId="40d49a88-6788-4d4d-ad4b-feaae8e5ca1f" providerId="ADAL" clId="{20B2D23B-CF2D-4D47-B4EE-9D83A744270F}" dt="2023-08-17T06:40:28.751" v="3176" actId="1036"/>
          <ac:picMkLst>
            <pc:docMk/>
            <pc:sldMk cId="3488992411" sldId="267"/>
            <ac:picMk id="57" creationId="{68E6C4E5-10D2-7CE1-4194-84F5DEEA323F}"/>
          </ac:picMkLst>
        </pc:picChg>
        <pc:picChg chg="add mod">
          <ac:chgData name="Girish, Ligy" userId="40d49a88-6788-4d4d-ad4b-feaae8e5ca1f" providerId="ADAL" clId="{20B2D23B-CF2D-4D47-B4EE-9D83A744270F}" dt="2023-08-17T06:40:28.751" v="3176" actId="1036"/>
          <ac:picMkLst>
            <pc:docMk/>
            <pc:sldMk cId="3488992411" sldId="267"/>
            <ac:picMk id="59" creationId="{D56BB4CB-E75F-9C97-E494-B2D0EED12C26}"/>
          </ac:picMkLst>
        </pc:picChg>
        <pc:picChg chg="add mod">
          <ac:chgData name="Girish, Ligy" userId="40d49a88-6788-4d4d-ad4b-feaae8e5ca1f" providerId="ADAL" clId="{20B2D23B-CF2D-4D47-B4EE-9D83A744270F}" dt="2023-08-17T06:40:28.751" v="3176" actId="1036"/>
          <ac:picMkLst>
            <pc:docMk/>
            <pc:sldMk cId="3488992411" sldId="267"/>
            <ac:picMk id="61" creationId="{0C4D2ED9-954A-9DE1-B658-37BC2812BFF6}"/>
          </ac:picMkLst>
        </pc:picChg>
        <pc:picChg chg="add mod">
          <ac:chgData name="Girish, Ligy" userId="40d49a88-6788-4d4d-ad4b-feaae8e5ca1f" providerId="ADAL" clId="{20B2D23B-CF2D-4D47-B4EE-9D83A744270F}" dt="2023-08-17T06:40:28.751" v="3176" actId="1036"/>
          <ac:picMkLst>
            <pc:docMk/>
            <pc:sldMk cId="3488992411" sldId="267"/>
            <ac:picMk id="63" creationId="{DCFAFBFB-2D79-E311-7C06-1FCA002F7D46}"/>
          </ac:picMkLst>
        </pc:picChg>
        <pc:picChg chg="add mod">
          <ac:chgData name="Girish, Ligy" userId="40d49a88-6788-4d4d-ad4b-feaae8e5ca1f" providerId="ADAL" clId="{20B2D23B-CF2D-4D47-B4EE-9D83A744270F}" dt="2023-08-17T06:40:28.751" v="3176" actId="1036"/>
          <ac:picMkLst>
            <pc:docMk/>
            <pc:sldMk cId="3488992411" sldId="267"/>
            <ac:picMk id="65" creationId="{18FF9C42-0D51-0BBC-4854-41472F54653C}"/>
          </ac:picMkLst>
        </pc:picChg>
        <pc:cxnChg chg="add mod">
          <ac:chgData name="Girish, Ligy" userId="40d49a88-6788-4d4d-ad4b-feaae8e5ca1f" providerId="ADAL" clId="{20B2D23B-CF2D-4D47-B4EE-9D83A744270F}" dt="2023-08-17T06:40:28.751" v="3176" actId="1036"/>
          <ac:cxnSpMkLst>
            <pc:docMk/>
            <pc:sldMk cId="3488992411" sldId="267"/>
            <ac:cxnSpMk id="10" creationId="{69EA28A6-1A01-27A6-CE9A-97575F9C4614}"/>
          </ac:cxnSpMkLst>
        </pc:cxnChg>
        <pc:cxnChg chg="add del mod">
          <ac:chgData name="Girish, Ligy" userId="40d49a88-6788-4d4d-ad4b-feaae8e5ca1f" providerId="ADAL" clId="{20B2D23B-CF2D-4D47-B4EE-9D83A744270F}" dt="2023-08-16T01:34:08.642" v="690" actId="478"/>
          <ac:cxnSpMkLst>
            <pc:docMk/>
            <pc:sldMk cId="3488992411" sldId="267"/>
            <ac:cxnSpMk id="22" creationId="{EC8FD482-347B-2B0D-9E4D-B092074E6DD0}"/>
          </ac:cxnSpMkLst>
        </pc:cxnChg>
        <pc:cxnChg chg="add mod">
          <ac:chgData name="Girish, Ligy" userId="40d49a88-6788-4d4d-ad4b-feaae8e5ca1f" providerId="ADAL" clId="{20B2D23B-CF2D-4D47-B4EE-9D83A744270F}" dt="2023-08-17T06:42:52.272" v="3204" actId="14100"/>
          <ac:cxnSpMkLst>
            <pc:docMk/>
            <pc:sldMk cId="3488992411" sldId="267"/>
            <ac:cxnSpMk id="25" creationId="{45F4F3B5-A8FB-3D31-3D2A-85302AF0DC02}"/>
          </ac:cxnSpMkLst>
        </pc:cxnChg>
        <pc:cxnChg chg="add del mod">
          <ac:chgData name="Girish, Ligy" userId="40d49a88-6788-4d4d-ad4b-feaae8e5ca1f" providerId="ADAL" clId="{20B2D23B-CF2D-4D47-B4EE-9D83A744270F}" dt="2023-08-17T05:22:39.035" v="2900" actId="478"/>
          <ac:cxnSpMkLst>
            <pc:docMk/>
            <pc:sldMk cId="3488992411" sldId="267"/>
            <ac:cxnSpMk id="27" creationId="{AB2AD436-9BC2-7C28-847E-26897F17290E}"/>
          </ac:cxnSpMkLst>
        </pc:cxnChg>
        <pc:cxnChg chg="add del mod">
          <ac:chgData name="Girish, Ligy" userId="40d49a88-6788-4d4d-ad4b-feaae8e5ca1f" providerId="ADAL" clId="{20B2D23B-CF2D-4D47-B4EE-9D83A744270F}" dt="2023-08-16T01:34:47.166" v="726" actId="478"/>
          <ac:cxnSpMkLst>
            <pc:docMk/>
            <pc:sldMk cId="3488992411" sldId="267"/>
            <ac:cxnSpMk id="32" creationId="{82F5CBF4-FEE4-F756-9D5F-F4821AF33626}"/>
          </ac:cxnSpMkLst>
        </pc:cxnChg>
        <pc:cxnChg chg="add del mod">
          <ac:chgData name="Girish, Ligy" userId="40d49a88-6788-4d4d-ad4b-feaae8e5ca1f" providerId="ADAL" clId="{20B2D23B-CF2D-4D47-B4EE-9D83A744270F}" dt="2023-08-16T01:35:04.546" v="731" actId="478"/>
          <ac:cxnSpMkLst>
            <pc:docMk/>
            <pc:sldMk cId="3488992411" sldId="267"/>
            <ac:cxnSpMk id="36" creationId="{51EE213E-5D8D-EAFE-B6F8-F85C6599EEE6}"/>
          </ac:cxnSpMkLst>
        </pc:cxnChg>
        <pc:cxnChg chg="add del mod">
          <ac:chgData name="Girish, Ligy" userId="40d49a88-6788-4d4d-ad4b-feaae8e5ca1f" providerId="ADAL" clId="{20B2D23B-CF2D-4D47-B4EE-9D83A744270F}" dt="2023-08-16T01:37:01.387" v="772" actId="478"/>
          <ac:cxnSpMkLst>
            <pc:docMk/>
            <pc:sldMk cId="3488992411" sldId="267"/>
            <ac:cxnSpMk id="40" creationId="{C033F9B6-2EBB-0C62-86A1-380110FDB556}"/>
          </ac:cxnSpMkLst>
        </pc:cxnChg>
        <pc:cxnChg chg="add del mod">
          <ac:chgData name="Girish, Ligy" userId="40d49a88-6788-4d4d-ad4b-feaae8e5ca1f" providerId="ADAL" clId="{20B2D23B-CF2D-4D47-B4EE-9D83A744270F}" dt="2023-08-16T01:35:49.355" v="765" actId="478"/>
          <ac:cxnSpMkLst>
            <pc:docMk/>
            <pc:sldMk cId="3488992411" sldId="267"/>
            <ac:cxnSpMk id="41" creationId="{C88F1418-E930-EC52-934B-AE188F76ECE7}"/>
          </ac:cxnSpMkLst>
        </pc:cxnChg>
        <pc:cxnChg chg="add del mod">
          <ac:chgData name="Girish, Ligy" userId="40d49a88-6788-4d4d-ad4b-feaae8e5ca1f" providerId="ADAL" clId="{20B2D23B-CF2D-4D47-B4EE-9D83A744270F}" dt="2023-08-16T01:37:22.489" v="775" actId="478"/>
          <ac:cxnSpMkLst>
            <pc:docMk/>
            <pc:sldMk cId="3488992411" sldId="267"/>
            <ac:cxnSpMk id="46" creationId="{C7E9791E-FD8B-9EEE-F137-41CF378E1DE3}"/>
          </ac:cxnSpMkLst>
        </pc:cxnChg>
        <pc:cxnChg chg="add del mod">
          <ac:chgData name="Girish, Ligy" userId="40d49a88-6788-4d4d-ad4b-feaae8e5ca1f" providerId="ADAL" clId="{20B2D23B-CF2D-4D47-B4EE-9D83A744270F}" dt="2023-08-16T01:38:31.108" v="787" actId="478"/>
          <ac:cxnSpMkLst>
            <pc:docMk/>
            <pc:sldMk cId="3488992411" sldId="267"/>
            <ac:cxnSpMk id="47" creationId="{49EFFA1F-8FFC-29FB-EBF9-79CE3472815B}"/>
          </ac:cxnSpMkLst>
        </pc:cxnChg>
        <pc:cxnChg chg="add del">
          <ac:chgData name="Girish, Ligy" userId="40d49a88-6788-4d4d-ad4b-feaae8e5ca1f" providerId="ADAL" clId="{20B2D23B-CF2D-4D47-B4EE-9D83A744270F}" dt="2023-08-16T01:37:51.651" v="778" actId="11529"/>
          <ac:cxnSpMkLst>
            <pc:docMk/>
            <pc:sldMk cId="3488992411" sldId="267"/>
            <ac:cxnSpMk id="49" creationId="{DE17E8EA-E9FC-AD2B-5509-CFB820844F35}"/>
          </ac:cxnSpMkLst>
        </pc:cxnChg>
        <pc:cxnChg chg="add del mod">
          <ac:chgData name="Girish, Ligy" userId="40d49a88-6788-4d4d-ad4b-feaae8e5ca1f" providerId="ADAL" clId="{20B2D23B-CF2D-4D47-B4EE-9D83A744270F}" dt="2023-08-17T05:35:30.022" v="3004" actId="478"/>
          <ac:cxnSpMkLst>
            <pc:docMk/>
            <pc:sldMk cId="3488992411" sldId="267"/>
            <ac:cxnSpMk id="52" creationId="{EA54644B-93C7-D959-6A10-1E21057442C3}"/>
          </ac:cxnSpMkLst>
        </pc:cxnChg>
        <pc:cxnChg chg="add mod">
          <ac:chgData name="Girish, Ligy" userId="40d49a88-6788-4d4d-ad4b-feaae8e5ca1f" providerId="ADAL" clId="{20B2D23B-CF2D-4D47-B4EE-9D83A744270F}" dt="2023-08-17T06:40:28.751" v="3176" actId="1036"/>
          <ac:cxnSpMkLst>
            <pc:docMk/>
            <pc:sldMk cId="3488992411" sldId="267"/>
            <ac:cxnSpMk id="80" creationId="{18A10AE9-9E9D-68C6-21E0-865CFB788A7F}"/>
          </ac:cxnSpMkLst>
        </pc:cxnChg>
        <pc:cxnChg chg="add del">
          <ac:chgData name="Girish, Ligy" userId="40d49a88-6788-4d4d-ad4b-feaae8e5ca1f" providerId="ADAL" clId="{20B2D23B-CF2D-4D47-B4EE-9D83A744270F}" dt="2023-08-16T02:17:03.295" v="1649" actId="478"/>
          <ac:cxnSpMkLst>
            <pc:docMk/>
            <pc:sldMk cId="3488992411" sldId="267"/>
            <ac:cxnSpMk id="82" creationId="{BF7C8E2F-8B4A-9FF3-EE81-65E56C991795}"/>
          </ac:cxnSpMkLst>
        </pc:cxnChg>
        <pc:cxnChg chg="add mod">
          <ac:chgData name="Girish, Ligy" userId="40d49a88-6788-4d4d-ad4b-feaae8e5ca1f" providerId="ADAL" clId="{20B2D23B-CF2D-4D47-B4EE-9D83A744270F}" dt="2023-08-17T06:40:28.751" v="3176" actId="1036"/>
          <ac:cxnSpMkLst>
            <pc:docMk/>
            <pc:sldMk cId="3488992411" sldId="267"/>
            <ac:cxnSpMk id="83" creationId="{A24C4A18-9A3E-F81E-CDBB-1B27FD309697}"/>
          </ac:cxnSpMkLst>
        </pc:cxnChg>
      </pc:sldChg>
      <pc:sldChg chg="add del">
        <pc:chgData name="Girish, Ligy" userId="40d49a88-6788-4d4d-ad4b-feaae8e5ca1f" providerId="ADAL" clId="{20B2D23B-CF2D-4D47-B4EE-9D83A744270F}" dt="2023-08-16T00:39:16.874" v="235"/>
        <pc:sldMkLst>
          <pc:docMk/>
          <pc:sldMk cId="160132134" sldId="268"/>
        </pc:sldMkLst>
      </pc:sldChg>
      <pc:sldChg chg="addSp delSp modSp new del mod">
        <pc:chgData name="Girish, Ligy" userId="40d49a88-6788-4d4d-ad4b-feaae8e5ca1f" providerId="ADAL" clId="{20B2D23B-CF2D-4D47-B4EE-9D83A744270F}" dt="2023-08-17T05:39:03.114" v="3060" actId="47"/>
        <pc:sldMkLst>
          <pc:docMk/>
          <pc:sldMk cId="990346072" sldId="268"/>
        </pc:sldMkLst>
        <pc:spChg chg="add mod">
          <ac:chgData name="Girish, Ligy" userId="40d49a88-6788-4d4d-ad4b-feaae8e5ca1f" providerId="ADAL" clId="{20B2D23B-CF2D-4D47-B4EE-9D83A744270F}" dt="2023-08-17T05:37:50.922" v="3011" actId="14100"/>
          <ac:spMkLst>
            <pc:docMk/>
            <pc:sldMk cId="990346072" sldId="268"/>
            <ac:spMk id="4" creationId="{644B9362-558E-78E6-3FFD-0D7EBA02C07D}"/>
          </ac:spMkLst>
        </pc:spChg>
        <pc:spChg chg="add del mod">
          <ac:chgData name="Girish, Ligy" userId="40d49a88-6788-4d4d-ad4b-feaae8e5ca1f" providerId="ADAL" clId="{20B2D23B-CF2D-4D47-B4EE-9D83A744270F}" dt="2023-08-16T05:15:48.009" v="1732" actId="478"/>
          <ac:spMkLst>
            <pc:docMk/>
            <pc:sldMk cId="990346072" sldId="268"/>
            <ac:spMk id="5" creationId="{C6FA2B77-93B3-0E5E-E8D3-39688A486A83}"/>
          </ac:spMkLst>
        </pc:spChg>
        <pc:spChg chg="add del mod">
          <ac:chgData name="Girish, Ligy" userId="40d49a88-6788-4d4d-ad4b-feaae8e5ca1f" providerId="ADAL" clId="{20B2D23B-CF2D-4D47-B4EE-9D83A744270F}" dt="2023-08-16T05:17:14.063" v="1739" actId="478"/>
          <ac:spMkLst>
            <pc:docMk/>
            <pc:sldMk cId="990346072" sldId="268"/>
            <ac:spMk id="6" creationId="{87781A7B-28AC-B781-80A7-298A4A0693A2}"/>
          </ac:spMkLst>
        </pc:spChg>
        <pc:spChg chg="add del mod">
          <ac:chgData name="Girish, Ligy" userId="40d49a88-6788-4d4d-ad4b-feaae8e5ca1f" providerId="ADAL" clId="{20B2D23B-CF2D-4D47-B4EE-9D83A744270F}" dt="2023-08-17T00:17:05.930" v="1765" actId="478"/>
          <ac:spMkLst>
            <pc:docMk/>
            <pc:sldMk cId="990346072" sldId="268"/>
            <ac:spMk id="7" creationId="{F19A6428-E837-0ED9-A39F-354223EEC495}"/>
          </ac:spMkLst>
        </pc:spChg>
        <pc:picChg chg="add mod">
          <ac:chgData name="Girish, Ligy" userId="40d49a88-6788-4d4d-ad4b-feaae8e5ca1f" providerId="ADAL" clId="{20B2D23B-CF2D-4D47-B4EE-9D83A744270F}" dt="2023-08-17T00:19:27.503" v="1777" actId="208"/>
          <ac:picMkLst>
            <pc:docMk/>
            <pc:sldMk cId="990346072" sldId="268"/>
            <ac:picMk id="3" creationId="{53B006CA-4369-9997-5C1E-46C3F5690843}"/>
          </ac:picMkLst>
        </pc:picChg>
        <pc:picChg chg="add del">
          <ac:chgData name="Girish, Ligy" userId="40d49a88-6788-4d4d-ad4b-feaae8e5ca1f" providerId="ADAL" clId="{20B2D23B-CF2D-4D47-B4EE-9D83A744270F}" dt="2023-08-16T05:14:38.605" v="1722" actId="478"/>
          <ac:picMkLst>
            <pc:docMk/>
            <pc:sldMk cId="990346072" sldId="268"/>
            <ac:picMk id="3" creationId="{77C03B18-2ECC-21E2-4749-B02B3D714152}"/>
          </ac:picMkLst>
        </pc:picChg>
      </pc:sldChg>
      <pc:sldChg chg="add del">
        <pc:chgData name="Girish, Ligy" userId="40d49a88-6788-4d4d-ad4b-feaae8e5ca1f" providerId="ADAL" clId="{20B2D23B-CF2D-4D47-B4EE-9D83A744270F}" dt="2023-08-16T00:39:38.253" v="257"/>
        <pc:sldMkLst>
          <pc:docMk/>
          <pc:sldMk cId="3061142892" sldId="268"/>
        </pc:sldMkLst>
      </pc:sldChg>
      <pc:sldChg chg="new del">
        <pc:chgData name="Girish, Ligy" userId="40d49a88-6788-4d4d-ad4b-feaae8e5ca1f" providerId="ADAL" clId="{20B2D23B-CF2D-4D47-B4EE-9D83A744270F}" dt="2023-08-17T07:21:27.289" v="3342" actId="47"/>
        <pc:sldMkLst>
          <pc:docMk/>
          <pc:sldMk cId="1271285392" sldId="269"/>
        </pc:sldMkLst>
      </pc:sldChg>
      <pc:sldChg chg="addSp delSp modSp del mod">
        <pc:chgData name="Girish, Ligy" userId="40d49a88-6788-4d4d-ad4b-feaae8e5ca1f" providerId="ADAL" clId="{20B2D23B-CF2D-4D47-B4EE-9D83A744270F}" dt="2023-08-17T07:21:24.362" v="3341" actId="47"/>
        <pc:sldMkLst>
          <pc:docMk/>
          <pc:sldMk cId="2356785597" sldId="270"/>
        </pc:sldMkLst>
        <pc:spChg chg="add mod">
          <ac:chgData name="Girish, Ligy" userId="40d49a88-6788-4d4d-ad4b-feaae8e5ca1f" providerId="ADAL" clId="{20B2D23B-CF2D-4D47-B4EE-9D83A744270F}" dt="2023-08-17T00:42:24.093" v="1996" actId="20577"/>
          <ac:spMkLst>
            <pc:docMk/>
            <pc:sldMk cId="2356785597" sldId="270"/>
            <ac:spMk id="2" creationId="{172684D9-52D4-7548-FD9D-41E1F2910A68}"/>
          </ac:spMkLst>
        </pc:spChg>
        <pc:spChg chg="add del mod">
          <ac:chgData name="Girish, Ligy" userId="40d49a88-6788-4d4d-ad4b-feaae8e5ca1f" providerId="ADAL" clId="{20B2D23B-CF2D-4D47-B4EE-9D83A744270F}" dt="2023-08-17T06:50:31.248" v="3328"/>
          <ac:spMkLst>
            <pc:docMk/>
            <pc:sldMk cId="2356785597" sldId="270"/>
            <ac:spMk id="3" creationId="{ADD819FC-9C95-86AF-3D71-2CC769AB83FA}"/>
          </ac:spMkLst>
        </pc:spChg>
      </pc:sldChg>
      <pc:sldChg chg="addSp delSp modSp new mod">
        <pc:chgData name="Girish, Ligy" userId="40d49a88-6788-4d4d-ad4b-feaae8e5ca1f" providerId="ADAL" clId="{20B2D23B-CF2D-4D47-B4EE-9D83A744270F}" dt="2023-08-17T07:19:27.774" v="3337" actId="1076"/>
        <pc:sldMkLst>
          <pc:docMk/>
          <pc:sldMk cId="2340743402" sldId="271"/>
        </pc:sldMkLst>
        <pc:spChg chg="add del mod">
          <ac:chgData name="Girish, Ligy" userId="40d49a88-6788-4d4d-ad4b-feaae8e5ca1f" providerId="ADAL" clId="{20B2D23B-CF2D-4D47-B4EE-9D83A744270F}" dt="2023-08-17T06:49:25.040" v="3269" actId="478"/>
          <ac:spMkLst>
            <pc:docMk/>
            <pc:sldMk cId="2340743402" sldId="271"/>
            <ac:spMk id="3" creationId="{8C0B8BF3-BEF2-9A36-9298-802C4A0E0BDF}"/>
          </ac:spMkLst>
        </pc:spChg>
        <pc:spChg chg="add mod">
          <ac:chgData name="Girish, Ligy" userId="40d49a88-6788-4d4d-ad4b-feaae8e5ca1f" providerId="ADAL" clId="{20B2D23B-CF2D-4D47-B4EE-9D83A744270F}" dt="2023-08-17T06:35:01.480" v="3145" actId="20577"/>
          <ac:spMkLst>
            <pc:docMk/>
            <pc:sldMk cId="2340743402" sldId="271"/>
            <ac:spMk id="4" creationId="{79C22DF2-6ACF-0600-4934-A8F99865DC05}"/>
          </ac:spMkLst>
        </pc:spChg>
        <pc:graphicFrameChg chg="add mod modGraphic">
          <ac:chgData name="Girish, Ligy" userId="40d49a88-6788-4d4d-ad4b-feaae8e5ca1f" providerId="ADAL" clId="{20B2D23B-CF2D-4D47-B4EE-9D83A744270F}" dt="2023-08-17T07:19:27.774" v="3337" actId="1076"/>
          <ac:graphicFrameMkLst>
            <pc:docMk/>
            <pc:sldMk cId="2340743402" sldId="271"/>
            <ac:graphicFrameMk id="5" creationId="{8CBB1F3D-2453-C9D6-CC49-762C9F5DAAF9}"/>
          </ac:graphicFrameMkLst>
        </pc:graphicFrameChg>
      </pc:sldChg>
      <pc:sldChg chg="addSp delSp modSp mod">
        <pc:chgData name="Girish, Ligy" userId="40d49a88-6788-4d4d-ad4b-feaae8e5ca1f" providerId="ADAL" clId="{20B2D23B-CF2D-4D47-B4EE-9D83A744270F}" dt="2023-08-18T01:09:55.244" v="3464" actId="20577"/>
        <pc:sldMkLst>
          <pc:docMk/>
          <pc:sldMk cId="3762721556" sldId="272"/>
        </pc:sldMkLst>
        <pc:spChg chg="mod">
          <ac:chgData name="Girish, Ligy" userId="40d49a88-6788-4d4d-ad4b-feaae8e5ca1f" providerId="ADAL" clId="{20B2D23B-CF2D-4D47-B4EE-9D83A744270F}" dt="2023-08-18T00:58:11.059" v="3370" actId="20577"/>
          <ac:spMkLst>
            <pc:docMk/>
            <pc:sldMk cId="3762721556" sldId="272"/>
            <ac:spMk id="2" creationId="{9EC2E1E1-EF28-2B18-B94A-1D35E944CDB2}"/>
          </ac:spMkLst>
        </pc:spChg>
        <pc:spChg chg="del">
          <ac:chgData name="Girish, Ligy" userId="40d49a88-6788-4d4d-ad4b-feaae8e5ca1f" providerId="ADAL" clId="{20B2D23B-CF2D-4D47-B4EE-9D83A744270F}" dt="2023-08-18T00:58:16.115" v="3371" actId="478"/>
          <ac:spMkLst>
            <pc:docMk/>
            <pc:sldMk cId="3762721556" sldId="272"/>
            <ac:spMk id="3" creationId="{344A8159-8793-D9BB-7BCB-65424A3227B8}"/>
          </ac:spMkLst>
        </pc:spChg>
        <pc:spChg chg="del">
          <ac:chgData name="Girish, Ligy" userId="40d49a88-6788-4d4d-ad4b-feaae8e5ca1f" providerId="ADAL" clId="{20B2D23B-CF2D-4D47-B4EE-9D83A744270F}" dt="2023-08-18T00:58:16.115" v="3371" actId="478"/>
          <ac:spMkLst>
            <pc:docMk/>
            <pc:sldMk cId="3762721556" sldId="272"/>
            <ac:spMk id="4" creationId="{39F76B18-FD23-6E68-070F-EEE6981B5689}"/>
          </ac:spMkLst>
        </pc:spChg>
        <pc:spChg chg="add mod">
          <ac:chgData name="Girish, Ligy" userId="40d49a88-6788-4d4d-ad4b-feaae8e5ca1f" providerId="ADAL" clId="{20B2D23B-CF2D-4D47-B4EE-9D83A744270F}" dt="2023-08-18T01:09:55.244" v="3464" actId="20577"/>
          <ac:spMkLst>
            <pc:docMk/>
            <pc:sldMk cId="3762721556" sldId="272"/>
            <ac:spMk id="5" creationId="{8231989F-B892-4A26-0AED-FB6FECFC53E8}"/>
          </ac:spMkLst>
        </pc:spChg>
        <pc:spChg chg="add mod">
          <ac:chgData name="Girish, Ligy" userId="40d49a88-6788-4d4d-ad4b-feaae8e5ca1f" providerId="ADAL" clId="{20B2D23B-CF2D-4D47-B4EE-9D83A744270F}" dt="2023-08-18T01:09:11.079" v="3461" actId="1076"/>
          <ac:spMkLst>
            <pc:docMk/>
            <pc:sldMk cId="3762721556" sldId="272"/>
            <ac:spMk id="6" creationId="{6C9E84AE-A3C2-E932-CDBC-D19A2A4992F3}"/>
          </ac:spMkLst>
        </pc:spChg>
        <pc:spChg chg="add mod">
          <ac:chgData name="Girish, Ligy" userId="40d49a88-6788-4d4d-ad4b-feaae8e5ca1f" providerId="ADAL" clId="{20B2D23B-CF2D-4D47-B4EE-9D83A744270F}" dt="2023-08-18T01:08:54.128" v="3460" actId="20577"/>
          <ac:spMkLst>
            <pc:docMk/>
            <pc:sldMk cId="3762721556" sldId="272"/>
            <ac:spMk id="7" creationId="{375B47A7-0B76-6A41-9ED9-501457378142}"/>
          </ac:spMkLst>
        </pc:spChg>
        <pc:spChg chg="del">
          <ac:chgData name="Girish, Ligy" userId="40d49a88-6788-4d4d-ad4b-feaae8e5ca1f" providerId="ADAL" clId="{20B2D23B-CF2D-4D47-B4EE-9D83A744270F}" dt="2023-08-18T00:58:16.115" v="3371" actId="478"/>
          <ac:spMkLst>
            <pc:docMk/>
            <pc:sldMk cId="3762721556" sldId="272"/>
            <ac:spMk id="18" creationId="{9D9BD09E-4E1A-B8CF-8CB8-7AA1FB8F6E22}"/>
          </ac:spMkLst>
        </pc:spChg>
        <pc:spChg chg="del">
          <ac:chgData name="Girish, Ligy" userId="40d49a88-6788-4d4d-ad4b-feaae8e5ca1f" providerId="ADAL" clId="{20B2D23B-CF2D-4D47-B4EE-9D83A744270F}" dt="2023-08-18T00:58:16.115" v="3371" actId="478"/>
          <ac:spMkLst>
            <pc:docMk/>
            <pc:sldMk cId="3762721556" sldId="272"/>
            <ac:spMk id="19" creationId="{E23C7CAF-0F4B-ED8F-FF9D-76C4EE141C14}"/>
          </ac:spMkLst>
        </pc:spChg>
        <pc:spChg chg="del">
          <ac:chgData name="Girish, Ligy" userId="40d49a88-6788-4d4d-ad4b-feaae8e5ca1f" providerId="ADAL" clId="{20B2D23B-CF2D-4D47-B4EE-9D83A744270F}" dt="2023-08-18T00:58:16.115" v="3371" actId="478"/>
          <ac:spMkLst>
            <pc:docMk/>
            <pc:sldMk cId="3762721556" sldId="272"/>
            <ac:spMk id="20" creationId="{FEDAD984-CEBB-3055-7F65-1A1EC80DD69C}"/>
          </ac:spMkLst>
        </pc:spChg>
        <pc:spChg chg="del">
          <ac:chgData name="Girish, Ligy" userId="40d49a88-6788-4d4d-ad4b-feaae8e5ca1f" providerId="ADAL" clId="{20B2D23B-CF2D-4D47-B4EE-9D83A744270F}" dt="2023-08-18T00:58:16.115" v="3371" actId="478"/>
          <ac:spMkLst>
            <pc:docMk/>
            <pc:sldMk cId="3762721556" sldId="272"/>
            <ac:spMk id="21" creationId="{26F30D9B-A847-A9EF-69BE-CDDEDC1813E5}"/>
          </ac:spMkLst>
        </pc:spChg>
      </pc:sldChg>
      <pc:sldChg chg="addSp delSp modSp mod">
        <pc:chgData name="Girish, Ligy" userId="40d49a88-6788-4d4d-ad4b-feaae8e5ca1f" providerId="ADAL" clId="{20B2D23B-CF2D-4D47-B4EE-9D83A744270F}" dt="2023-08-18T01:13:48.191" v="3517" actId="313"/>
        <pc:sldMkLst>
          <pc:docMk/>
          <pc:sldMk cId="71440713" sldId="273"/>
        </pc:sldMkLst>
        <pc:spChg chg="mod">
          <ac:chgData name="Girish, Ligy" userId="40d49a88-6788-4d4d-ad4b-feaae8e5ca1f" providerId="ADAL" clId="{20B2D23B-CF2D-4D47-B4EE-9D83A744270F}" dt="2023-08-18T01:13:18.450" v="3509" actId="20577"/>
          <ac:spMkLst>
            <pc:docMk/>
            <pc:sldMk cId="71440713" sldId="273"/>
            <ac:spMk id="2" creationId="{9EC2E1E1-EF28-2B18-B94A-1D35E944CDB2}"/>
          </ac:spMkLst>
        </pc:spChg>
        <pc:spChg chg="add del">
          <ac:chgData name="Girish, Ligy" userId="40d49a88-6788-4d4d-ad4b-feaae8e5ca1f" providerId="ADAL" clId="{20B2D23B-CF2D-4D47-B4EE-9D83A744270F}" dt="2023-08-18T01:10:50.409" v="3471" actId="478"/>
          <ac:spMkLst>
            <pc:docMk/>
            <pc:sldMk cId="71440713" sldId="273"/>
            <ac:spMk id="4" creationId="{0D493280-F325-3382-4CAD-7E3569DE0730}"/>
          </ac:spMkLst>
        </pc:spChg>
        <pc:spChg chg="mod">
          <ac:chgData name="Girish, Ligy" userId="40d49a88-6788-4d4d-ad4b-feaae8e5ca1f" providerId="ADAL" clId="{20B2D23B-CF2D-4D47-B4EE-9D83A744270F}" dt="2023-08-18T01:12:55.969" v="3491" actId="1076"/>
          <ac:spMkLst>
            <pc:docMk/>
            <pc:sldMk cId="71440713" sldId="273"/>
            <ac:spMk id="5" creationId="{8231989F-B892-4A26-0AED-FB6FECFC53E8}"/>
          </ac:spMkLst>
        </pc:spChg>
        <pc:spChg chg="mod">
          <ac:chgData name="Girish, Ligy" userId="40d49a88-6788-4d4d-ad4b-feaae8e5ca1f" providerId="ADAL" clId="{20B2D23B-CF2D-4D47-B4EE-9D83A744270F}" dt="2023-08-18T01:13:48.191" v="3517" actId="313"/>
          <ac:spMkLst>
            <pc:docMk/>
            <pc:sldMk cId="71440713" sldId="273"/>
            <ac:spMk id="6" creationId="{6C9E84AE-A3C2-E932-CDBC-D19A2A4992F3}"/>
          </ac:spMkLst>
        </pc:spChg>
        <pc:spChg chg="del mod">
          <ac:chgData name="Girish, Ligy" userId="40d49a88-6788-4d4d-ad4b-feaae8e5ca1f" providerId="ADAL" clId="{20B2D23B-CF2D-4D47-B4EE-9D83A744270F}" dt="2023-08-18T01:11:08.625" v="3474" actId="478"/>
          <ac:spMkLst>
            <pc:docMk/>
            <pc:sldMk cId="71440713" sldId="273"/>
            <ac:spMk id="7" creationId="{375B47A7-0B76-6A41-9ED9-50145737814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15D9DE-599D-4B4B-988C-807F088C0D11}" type="datetimeFigureOut">
              <a:rPr lang="en-US" smtClean="0"/>
              <a:t>10/17/2023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56E51B-0663-42FA-950F-8F6FC9D09050}" type="slidenum">
              <a:rPr lang="en-US" smtClean="0"/>
              <a:t>‹#›</a:t>
            </a:fld>
            <a:endParaRPr lang="en-US"/>
          </a:p>
        </p:txBody>
      </p:sp>
    </p:spTree>
    <p:extLst>
      <p:ext uri="{BB962C8B-B14F-4D97-AF65-F5344CB8AC3E}">
        <p14:creationId xmlns:p14="http://schemas.microsoft.com/office/powerpoint/2010/main" val="3564905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56E51B-0663-42FA-950F-8F6FC9D0905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Notes Placeholder 4">
            <a:extLst>
              <a:ext uri="{FF2B5EF4-FFF2-40B4-BE49-F238E27FC236}">
                <a16:creationId xmlns:a16="http://schemas.microsoft.com/office/drawing/2014/main" id="{48C06418-8857-589C-EE33-BD810AFFEBB0}"/>
              </a:ext>
            </a:extLst>
          </p:cNvPr>
          <p:cNvSpPr txBox="1">
            <a:spLocks noGrp="1"/>
          </p:cNvSpPr>
          <p:nvPr>
            <p:ph type="body" idx="1"/>
          </p:nvPr>
        </p:nvSpPr>
        <p:spPr>
          <a:xfrm>
            <a:off x="685800" y="4400550"/>
            <a:ext cx="5486400" cy="3600450"/>
          </a:xfrm>
          <a:prstGeom prst="rect">
            <a:avLst/>
          </a:prstGeom>
          <a:noFill/>
        </p:spPr>
        <p:txBody>
          <a:bodyPr wrap="square" rtlCol="0">
            <a:spAutoFit/>
          </a:bodyPr>
          <a:lstStyle/>
          <a:p>
            <a:pPr marL="285750" indent="-285750">
              <a:buFont typeface="Arial" panose="020B0604020202020204" pitchFamily="34" charset="0"/>
              <a:buChar char="•"/>
            </a:pPr>
            <a:r>
              <a:rPr lang="en-US" sz="1000" dirty="0"/>
              <a:t>Version used : What is the version of </a:t>
            </a:r>
            <a:r>
              <a:rPr lang="en-US" sz="1000" dirty="0">
                <a:solidFill>
                  <a:prstClr val="black"/>
                </a:solidFill>
                <a:latin typeface="Calibri"/>
              </a:rPr>
              <a:t>Android Studio Giraffe?</a:t>
            </a:r>
          </a:p>
          <a:p>
            <a:pPr marL="285750" indent="-285750">
              <a:buFont typeface="Arial" panose="020B0604020202020204" pitchFamily="34" charset="0"/>
              <a:buChar char="•"/>
            </a:pPr>
            <a:r>
              <a:rPr lang="en-US" sz="1000" dirty="0">
                <a:solidFill>
                  <a:prstClr val="black"/>
                </a:solidFill>
                <a:latin typeface="Calibri"/>
              </a:rPr>
              <a:t>OS: What is installed on Windows 10, What about Android OS? Software will be installed on Windows 10 and App will be installed on Android?</a:t>
            </a:r>
          </a:p>
          <a:p>
            <a:pPr marL="285750" indent="-285750">
              <a:buFont typeface="Arial" panose="020B0604020202020204" pitchFamily="34" charset="0"/>
              <a:buChar char="•"/>
            </a:pPr>
            <a:r>
              <a:rPr lang="en-US" sz="1000" dirty="0">
                <a:solidFill>
                  <a:prstClr val="black"/>
                </a:solidFill>
                <a:latin typeface="Calibri"/>
              </a:rPr>
              <a:t>Integration – Using APIs, Google Cloud , ??? . Any version?</a:t>
            </a:r>
          </a:p>
          <a:p>
            <a:pPr marL="285750" indent="-285750">
              <a:buFont typeface="Arial" panose="020B0604020202020204" pitchFamily="34" charset="0"/>
              <a:buChar char="•"/>
            </a:pPr>
            <a:r>
              <a:rPr lang="en-US" sz="1000" dirty="0">
                <a:solidFill>
                  <a:prstClr val="black"/>
                </a:solidFill>
                <a:latin typeface="Calibri"/>
              </a:rPr>
              <a:t>Google Pixel – A virtual phone is available inside the software, testing using which version of  Android operating system?</a:t>
            </a:r>
          </a:p>
          <a:p>
            <a:pPr marL="285750" indent="-285750">
              <a:buFont typeface="Arial" panose="020B0604020202020204" pitchFamily="34" charset="0"/>
              <a:buChar char="•"/>
            </a:pPr>
            <a:r>
              <a:rPr lang="en-US" sz="1000" dirty="0">
                <a:solidFill>
                  <a:prstClr val="black"/>
                </a:solidFill>
                <a:latin typeface="Calibri"/>
              </a:rPr>
              <a:t>How is the data storage done? – Firebase which version ??</a:t>
            </a:r>
          </a:p>
          <a:p>
            <a:pPr marL="285750" indent="-285750">
              <a:buFont typeface="Arial" panose="020B0604020202020204" pitchFamily="34" charset="0"/>
              <a:buChar char="•"/>
            </a:pPr>
            <a:r>
              <a:rPr lang="en-US" sz="1000" dirty="0">
                <a:solidFill>
                  <a:prstClr val="black"/>
                </a:solidFill>
                <a:latin typeface="Calibri"/>
              </a:rPr>
              <a:t>Front end - what all comes in front end?</a:t>
            </a:r>
          </a:p>
          <a:p>
            <a:pPr marL="285750" indent="-285750">
              <a:buFont typeface="Arial" panose="020B0604020202020204" pitchFamily="34" charset="0"/>
              <a:buChar char="•"/>
            </a:pPr>
            <a:r>
              <a:rPr lang="en-US" sz="1000" dirty="0">
                <a:solidFill>
                  <a:prstClr val="black"/>
                </a:solidFill>
                <a:latin typeface="Calibri"/>
              </a:rPr>
              <a:t>Back end –  what all comes in back end ?</a:t>
            </a:r>
          </a:p>
          <a:p>
            <a:pPr marL="285750" indent="-285750">
              <a:buFont typeface="Arial" panose="020B0604020202020204" pitchFamily="34" charset="0"/>
              <a:buChar char="•"/>
            </a:pPr>
            <a:r>
              <a:rPr lang="en-US" sz="1000" dirty="0">
                <a:solidFill>
                  <a:prstClr val="black"/>
                </a:solidFill>
                <a:latin typeface="Calibri"/>
              </a:rPr>
              <a:t>Security- What security layer is used  integrating with external systems?</a:t>
            </a:r>
          </a:p>
          <a:p>
            <a:pPr marL="285750" indent="-285750">
              <a:buFont typeface="Arial" panose="020B0604020202020204" pitchFamily="34" charset="0"/>
              <a:buChar char="•"/>
            </a:pPr>
            <a:r>
              <a:rPr lang="en-US" sz="1000" dirty="0">
                <a:solidFill>
                  <a:prstClr val="black"/>
                </a:solidFill>
                <a:latin typeface="Calibri"/>
              </a:rPr>
              <a:t>In the Minimum viable product(MVP) , there won’t be  user login credentials(login id, password), ‘No Parking’ and ‘Work in Progress’ sign boards will not be scanned. Please confirm</a:t>
            </a:r>
          </a:p>
          <a:p>
            <a:endParaRPr lang="en-US" sz="1000" dirty="0">
              <a:solidFill>
                <a:prstClr val="black"/>
              </a:solidFill>
              <a:latin typeface="Calibri"/>
            </a:endParaRPr>
          </a:p>
          <a:p>
            <a:r>
              <a:rPr lang="en-US" sz="1000" dirty="0"/>
              <a:t> </a:t>
            </a:r>
          </a:p>
        </p:txBody>
      </p:sp>
    </p:spTree>
    <p:extLst>
      <p:ext uri="{BB962C8B-B14F-4D97-AF65-F5344CB8AC3E}">
        <p14:creationId xmlns:p14="http://schemas.microsoft.com/office/powerpoint/2010/main" val="323868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56E51B-0663-42FA-950F-8F6FC9D0905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Notes Placeholder 4">
            <a:extLst>
              <a:ext uri="{FF2B5EF4-FFF2-40B4-BE49-F238E27FC236}">
                <a16:creationId xmlns:a16="http://schemas.microsoft.com/office/drawing/2014/main" id="{48C06418-8857-589C-EE33-BD810AFFEBB0}"/>
              </a:ext>
            </a:extLst>
          </p:cNvPr>
          <p:cNvSpPr txBox="1">
            <a:spLocks noGrp="1"/>
          </p:cNvSpPr>
          <p:nvPr>
            <p:ph type="body" idx="1"/>
          </p:nvPr>
        </p:nvSpPr>
        <p:spPr>
          <a:xfrm>
            <a:off x="685800" y="4400550"/>
            <a:ext cx="5486400" cy="3600450"/>
          </a:xfrm>
          <a:prstGeom prst="rect">
            <a:avLst/>
          </a:prstGeom>
          <a:noFill/>
        </p:spPr>
        <p:txBody>
          <a:bodyPr wrap="square" rtlCol="0">
            <a:spAutoFit/>
          </a:bodyPr>
          <a:lstStyle/>
          <a:p>
            <a:pPr marL="285750" indent="-285750">
              <a:buFont typeface="Arial" panose="020B0604020202020204" pitchFamily="34" charset="0"/>
              <a:buChar char="•"/>
            </a:pPr>
            <a:r>
              <a:rPr lang="en-US" sz="1000" dirty="0"/>
              <a:t>Version used : What is the version of </a:t>
            </a:r>
            <a:r>
              <a:rPr lang="en-US" sz="1000" dirty="0">
                <a:solidFill>
                  <a:prstClr val="black"/>
                </a:solidFill>
                <a:latin typeface="Calibri"/>
              </a:rPr>
              <a:t>Android Studio Giraffe?</a:t>
            </a:r>
          </a:p>
          <a:p>
            <a:pPr marL="285750" indent="-285750">
              <a:buFont typeface="Arial" panose="020B0604020202020204" pitchFamily="34" charset="0"/>
              <a:buChar char="•"/>
            </a:pPr>
            <a:r>
              <a:rPr lang="en-US" sz="1000" dirty="0">
                <a:solidFill>
                  <a:prstClr val="black"/>
                </a:solidFill>
                <a:latin typeface="Calibri"/>
              </a:rPr>
              <a:t>OS: What is installed on Windows 10, What about Android OS? Software will be installed on Windows 10 and App will be installed on Android?</a:t>
            </a:r>
          </a:p>
          <a:p>
            <a:pPr marL="285750" indent="-285750">
              <a:buFont typeface="Arial" panose="020B0604020202020204" pitchFamily="34" charset="0"/>
              <a:buChar char="•"/>
            </a:pPr>
            <a:r>
              <a:rPr lang="en-US" sz="1000" dirty="0">
                <a:solidFill>
                  <a:prstClr val="black"/>
                </a:solidFill>
                <a:latin typeface="Calibri"/>
              </a:rPr>
              <a:t>Integration – Using APIs, Google Cloud , ??? . Any version?</a:t>
            </a:r>
          </a:p>
          <a:p>
            <a:pPr marL="285750" indent="-285750">
              <a:buFont typeface="Arial" panose="020B0604020202020204" pitchFamily="34" charset="0"/>
              <a:buChar char="•"/>
            </a:pPr>
            <a:r>
              <a:rPr lang="en-US" sz="1000" dirty="0">
                <a:solidFill>
                  <a:prstClr val="black"/>
                </a:solidFill>
                <a:latin typeface="Calibri"/>
              </a:rPr>
              <a:t>Google Pixel – A virtual phone is available inside the software, testing using which version of  Android operating system?</a:t>
            </a:r>
          </a:p>
          <a:p>
            <a:pPr marL="285750" indent="-285750">
              <a:buFont typeface="Arial" panose="020B0604020202020204" pitchFamily="34" charset="0"/>
              <a:buChar char="•"/>
            </a:pPr>
            <a:r>
              <a:rPr lang="en-US" sz="1000" dirty="0">
                <a:solidFill>
                  <a:prstClr val="black"/>
                </a:solidFill>
                <a:latin typeface="Calibri"/>
              </a:rPr>
              <a:t>How is the data storage done? – Firebase which version ??</a:t>
            </a:r>
          </a:p>
          <a:p>
            <a:pPr marL="285750" indent="-285750">
              <a:buFont typeface="Arial" panose="020B0604020202020204" pitchFamily="34" charset="0"/>
              <a:buChar char="•"/>
            </a:pPr>
            <a:r>
              <a:rPr lang="en-US" sz="1000" dirty="0">
                <a:solidFill>
                  <a:prstClr val="black"/>
                </a:solidFill>
                <a:latin typeface="Calibri"/>
              </a:rPr>
              <a:t>Front end - what all comes in front end?</a:t>
            </a:r>
          </a:p>
          <a:p>
            <a:pPr marL="285750" indent="-285750">
              <a:buFont typeface="Arial" panose="020B0604020202020204" pitchFamily="34" charset="0"/>
              <a:buChar char="•"/>
            </a:pPr>
            <a:r>
              <a:rPr lang="en-US" sz="1000" dirty="0">
                <a:solidFill>
                  <a:prstClr val="black"/>
                </a:solidFill>
                <a:latin typeface="Calibri"/>
              </a:rPr>
              <a:t>Back end –  what all comes in back end ?</a:t>
            </a:r>
          </a:p>
          <a:p>
            <a:pPr marL="285750" indent="-285750">
              <a:buFont typeface="Arial" panose="020B0604020202020204" pitchFamily="34" charset="0"/>
              <a:buChar char="•"/>
            </a:pPr>
            <a:r>
              <a:rPr lang="en-US" sz="1000" dirty="0">
                <a:solidFill>
                  <a:prstClr val="black"/>
                </a:solidFill>
                <a:latin typeface="Calibri"/>
              </a:rPr>
              <a:t>Security- What security layer is used  integrating with external systems?</a:t>
            </a:r>
          </a:p>
          <a:p>
            <a:pPr marL="285750" indent="-285750">
              <a:buFont typeface="Arial" panose="020B0604020202020204" pitchFamily="34" charset="0"/>
              <a:buChar char="•"/>
            </a:pPr>
            <a:r>
              <a:rPr lang="en-US" sz="1000" dirty="0">
                <a:solidFill>
                  <a:prstClr val="black"/>
                </a:solidFill>
                <a:latin typeface="Calibri"/>
              </a:rPr>
              <a:t>In the Minimum viable product(MVP) , there won’t be  user login credentials(login id, password), ‘No Parking’ and ‘Work in Progress’ sign boards will not be scanned. Please confirm</a:t>
            </a:r>
          </a:p>
          <a:p>
            <a:endParaRPr lang="en-US" sz="1000" dirty="0">
              <a:solidFill>
                <a:prstClr val="black"/>
              </a:solidFill>
              <a:latin typeface="Calibri"/>
            </a:endParaRPr>
          </a:p>
          <a:p>
            <a:r>
              <a:rPr lang="en-US" sz="1000" dirty="0"/>
              <a:t> </a:t>
            </a:r>
          </a:p>
        </p:txBody>
      </p:sp>
    </p:spTree>
    <p:extLst>
      <p:ext uri="{BB962C8B-B14F-4D97-AF65-F5344CB8AC3E}">
        <p14:creationId xmlns:p14="http://schemas.microsoft.com/office/powerpoint/2010/main" val="152917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80059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33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7472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3443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9174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5228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83967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8011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28292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0045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83423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10/17/2023</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194388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3" name="TextBox 3"/>
          <p:cNvSpPr txBox="1"/>
          <p:nvPr/>
        </p:nvSpPr>
        <p:spPr>
          <a:xfrm>
            <a:off x="616040" y="1350950"/>
            <a:ext cx="7207161" cy="1641731"/>
          </a:xfrm>
          <a:prstGeom prst="rect">
            <a:avLst/>
          </a:prstGeom>
        </p:spPr>
        <p:txBody>
          <a:bodyPr wrap="square" lIns="0" tIns="0" rIns="0" bIns="0" rtlCol="0" anchor="t">
            <a:spAutoFit/>
          </a:bodyPr>
          <a:lstStyle/>
          <a:p>
            <a:pPr defTabSz="609630"/>
            <a:r>
              <a:rPr lang="en-US" sz="5334" dirty="0">
                <a:solidFill>
                  <a:srgbClr val="444444"/>
                </a:solidFill>
                <a:latin typeface="Roboto" panose="02000000000000000000" pitchFamily="2" charset="0"/>
              </a:rPr>
              <a:t>Enjo</a:t>
            </a:r>
          </a:p>
          <a:p>
            <a:pPr defTabSz="609630" fontAlgn="base">
              <a:spcBef>
                <a:spcPct val="0"/>
              </a:spcBef>
              <a:spcAft>
                <a:spcPct val="0"/>
              </a:spcAft>
            </a:pPr>
            <a:r>
              <a:rPr lang="en-US" altLang="en-US" sz="5334" dirty="0">
                <a:solidFill>
                  <a:srgbClr val="444444"/>
                </a:solidFill>
                <a:latin typeface="Roboto" panose="02000000000000000000" pitchFamily="2" charset="0"/>
              </a:rPr>
              <a:t>Parking Assistance</a:t>
            </a:r>
            <a:endParaRPr lang="en-US" sz="5334" dirty="0">
              <a:solidFill>
                <a:srgbClr val="444444"/>
              </a:solidFill>
              <a:latin typeface="Roboto" panose="02000000000000000000" pitchFamily="2" charset="0"/>
            </a:endParaRPr>
          </a:p>
        </p:txBody>
      </p:sp>
      <p:grpSp>
        <p:nvGrpSpPr>
          <p:cNvPr id="5" name="Group 5"/>
          <p:cNvGrpSpPr/>
          <p:nvPr/>
        </p:nvGrpSpPr>
        <p:grpSpPr>
          <a:xfrm>
            <a:off x="9229782" y="1802734"/>
            <a:ext cx="2842599" cy="3052618"/>
            <a:chOff x="0" y="0"/>
            <a:chExt cx="3619627" cy="3134614"/>
          </a:xfrm>
        </p:grpSpPr>
        <p:sp>
          <p:nvSpPr>
            <p:cNvPr id="6" name="Freeform 6"/>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sp>
      </p:grpSp>
      <p:grpSp>
        <p:nvGrpSpPr>
          <p:cNvPr id="7" name="Group 7"/>
          <p:cNvGrpSpPr/>
          <p:nvPr/>
        </p:nvGrpSpPr>
        <p:grpSpPr>
          <a:xfrm>
            <a:off x="7913364" y="3658349"/>
            <a:ext cx="3313436" cy="2869451"/>
            <a:chOff x="0" y="0"/>
            <a:chExt cx="3619627" cy="3134614"/>
          </a:xfrm>
        </p:grpSpPr>
        <p:sp>
          <p:nvSpPr>
            <p:cNvPr id="8" name="Freeform 8"/>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grpSp>
        <p:nvGrpSpPr>
          <p:cNvPr id="9" name="Group 9"/>
          <p:cNvGrpSpPr/>
          <p:nvPr/>
        </p:nvGrpSpPr>
        <p:grpSpPr>
          <a:xfrm>
            <a:off x="7928071" y="3002587"/>
            <a:ext cx="1514453" cy="1311523"/>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sp>
      </p:grpSp>
      <p:grpSp>
        <p:nvGrpSpPr>
          <p:cNvPr id="11" name="Group 11"/>
          <p:cNvGrpSpPr/>
          <p:nvPr/>
        </p:nvGrpSpPr>
        <p:grpSpPr>
          <a:xfrm>
            <a:off x="7757481" y="144159"/>
            <a:ext cx="2533079" cy="2193659"/>
            <a:chOff x="0" y="0"/>
            <a:chExt cx="3619627" cy="3134614"/>
          </a:xfrm>
        </p:grpSpPr>
        <p:sp>
          <p:nvSpPr>
            <p:cNvPr id="12" name="Freeform 12"/>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grpSp>
        <p:nvGrpSpPr>
          <p:cNvPr id="13" name="Group 13"/>
          <p:cNvGrpSpPr/>
          <p:nvPr/>
        </p:nvGrpSpPr>
        <p:grpSpPr>
          <a:xfrm>
            <a:off x="685800" y="685800"/>
            <a:ext cx="2808563" cy="390800"/>
            <a:chOff x="0" y="0"/>
            <a:chExt cx="5617125" cy="781600"/>
          </a:xfrm>
        </p:grpSpPr>
        <p:sp>
          <p:nvSpPr>
            <p:cNvPr id="14" name="TextBox 14"/>
            <p:cNvSpPr txBox="1"/>
            <p:nvPr/>
          </p:nvSpPr>
          <p:spPr>
            <a:xfrm>
              <a:off x="1293956" y="104416"/>
              <a:ext cx="4323169" cy="531940"/>
            </a:xfrm>
            <a:prstGeom prst="rect">
              <a:avLst/>
            </a:prstGeom>
          </p:spPr>
          <p:txBody>
            <a:bodyPr lIns="0" tIns="0" rIns="0" bIns="0" rtlCol="0" anchor="t">
              <a:spAutoFit/>
            </a:bodyPr>
            <a:lstStyle/>
            <a:p>
              <a:pPr defTabSz="609630">
                <a:lnSpc>
                  <a:spcPts val="2239"/>
                </a:lnSpc>
                <a:spcBef>
                  <a:spcPct val="0"/>
                </a:spcBef>
              </a:pPr>
              <a:r>
                <a:rPr lang="en-US" sz="1600" dirty="0">
                  <a:solidFill>
                    <a:srgbClr val="000000"/>
                  </a:solidFill>
                  <a:latin typeface="Fira Sans Medium"/>
                </a:rPr>
                <a:t>NHITM</a:t>
              </a:r>
            </a:p>
          </p:txBody>
        </p:sp>
        <p:sp>
          <p:nvSpPr>
            <p:cNvPr id="15" name="Freeform 15"/>
            <p:cNvSpPr/>
            <p:nvPr/>
          </p:nvSpPr>
          <p:spPr>
            <a:xfrm>
              <a:off x="0" y="0"/>
              <a:ext cx="905010" cy="781600"/>
            </a:xfrm>
            <a:custGeom>
              <a:avLst/>
              <a:gdLst/>
              <a:ahLst/>
              <a:cxnLst/>
              <a:rect l="l" t="t" r="r" b="b"/>
              <a:pathLst>
                <a:path w="905010" h="781600">
                  <a:moveTo>
                    <a:pt x="0" y="0"/>
                  </a:moveTo>
                  <a:lnTo>
                    <a:pt x="905010" y="0"/>
                  </a:lnTo>
                  <a:lnTo>
                    <a:pt x="905010" y="781600"/>
                  </a:lnTo>
                  <a:lnTo>
                    <a:pt x="0" y="7816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sp>
        <p:nvSpPr>
          <p:cNvPr id="16" name="TextBox 4">
            <a:extLst>
              <a:ext uri="{FF2B5EF4-FFF2-40B4-BE49-F238E27FC236}">
                <a16:creationId xmlns:a16="http://schemas.microsoft.com/office/drawing/2014/main" id="{0F57419A-0582-11CC-8316-24A7B18699FC}"/>
              </a:ext>
            </a:extLst>
          </p:cNvPr>
          <p:cNvSpPr txBox="1"/>
          <p:nvPr/>
        </p:nvSpPr>
        <p:spPr>
          <a:xfrm>
            <a:off x="544907" y="4451832"/>
            <a:ext cx="6801737" cy="1275990"/>
          </a:xfrm>
          <a:prstGeom prst="rect">
            <a:avLst/>
          </a:prstGeom>
        </p:spPr>
        <p:txBody>
          <a:bodyPr lIns="0" tIns="0" rIns="0" bIns="0" rtlCol="0" anchor="t">
            <a:spAutoFit/>
          </a:bodyPr>
          <a:lstStyle/>
          <a:p>
            <a:pPr defTabSz="609630">
              <a:lnSpc>
                <a:spcPts val="3360"/>
              </a:lnSpc>
            </a:pPr>
            <a:r>
              <a:rPr lang="en-US" sz="2400" dirty="0">
                <a:solidFill>
                  <a:srgbClr val="444444"/>
                </a:solidFill>
                <a:latin typeface="Roboto" panose="02000000000000000000" pitchFamily="2" charset="0"/>
              </a:rPr>
              <a:t>Sana Girish</a:t>
            </a:r>
            <a:r>
              <a:rPr lang="en-US" altLang="ja-JP" sz="2400" dirty="0">
                <a:solidFill>
                  <a:srgbClr val="444444"/>
                </a:solidFill>
                <a:latin typeface="Roboto" panose="02000000000000000000" pitchFamily="2" charset="0"/>
              </a:rPr>
              <a:t>, Jeet Ghor, Om Ghag</a:t>
            </a:r>
            <a:endParaRPr lang="en-US" sz="2400" dirty="0">
              <a:solidFill>
                <a:srgbClr val="444444"/>
              </a:solidFill>
              <a:latin typeface="Roboto" panose="02000000000000000000" pitchFamily="2" charset="0"/>
            </a:endParaRPr>
          </a:p>
          <a:p>
            <a:pPr defTabSz="609630">
              <a:lnSpc>
                <a:spcPts val="3360"/>
              </a:lnSpc>
            </a:pPr>
            <a:r>
              <a:rPr lang="en-US" sz="2400" dirty="0">
                <a:solidFill>
                  <a:srgbClr val="444444"/>
                </a:solidFill>
                <a:latin typeface="Roboto" panose="02000000000000000000" pitchFamily="2" charset="0"/>
              </a:rPr>
              <a:t>Computer Engineering – Sem III</a:t>
            </a:r>
          </a:p>
          <a:p>
            <a:pPr defTabSz="609630">
              <a:lnSpc>
                <a:spcPts val="3360"/>
              </a:lnSpc>
            </a:pPr>
            <a:r>
              <a:rPr lang="en-US" sz="2400" dirty="0">
                <a:solidFill>
                  <a:srgbClr val="444444"/>
                </a:solidFill>
                <a:latin typeface="Roboto" panose="02000000000000000000" pitchFamily="2" charset="0"/>
              </a:rPr>
              <a:t>August 2023</a:t>
            </a:r>
          </a:p>
        </p:txBody>
      </p:sp>
      <p:grpSp>
        <p:nvGrpSpPr>
          <p:cNvPr id="2" name="Group 7">
            <a:extLst>
              <a:ext uri="{FF2B5EF4-FFF2-40B4-BE49-F238E27FC236}">
                <a16:creationId xmlns:a16="http://schemas.microsoft.com/office/drawing/2014/main" id="{48E3A95D-E81A-9213-452B-ADA3184AD3B5}"/>
              </a:ext>
            </a:extLst>
          </p:cNvPr>
          <p:cNvGrpSpPr/>
          <p:nvPr/>
        </p:nvGrpSpPr>
        <p:grpSpPr>
          <a:xfrm>
            <a:off x="7899426" y="3698989"/>
            <a:ext cx="3313436" cy="2869451"/>
            <a:chOff x="0" y="0"/>
            <a:chExt cx="3619627" cy="3134614"/>
          </a:xfrm>
        </p:grpSpPr>
        <p:sp>
          <p:nvSpPr>
            <p:cNvPr id="4" name="Freeform 8">
              <a:extLst>
                <a:ext uri="{FF2B5EF4-FFF2-40B4-BE49-F238E27FC236}">
                  <a16:creationId xmlns:a16="http://schemas.microsoft.com/office/drawing/2014/main" id="{FAFBA9E5-BEA5-43E5-207B-0E5015714F3F}"/>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grpSp>
        <p:nvGrpSpPr>
          <p:cNvPr id="17" name="Group 9">
            <a:extLst>
              <a:ext uri="{FF2B5EF4-FFF2-40B4-BE49-F238E27FC236}">
                <a16:creationId xmlns:a16="http://schemas.microsoft.com/office/drawing/2014/main" id="{B4ADD0EA-63D9-766F-E0B7-3FDE5809FF5A}"/>
              </a:ext>
            </a:extLst>
          </p:cNvPr>
          <p:cNvGrpSpPr/>
          <p:nvPr/>
        </p:nvGrpSpPr>
        <p:grpSpPr>
          <a:xfrm>
            <a:off x="7914133" y="3043227"/>
            <a:ext cx="1514453" cy="1311523"/>
            <a:chOff x="0" y="0"/>
            <a:chExt cx="3619627" cy="3134614"/>
          </a:xfrm>
        </p:grpSpPr>
        <p:sp>
          <p:nvSpPr>
            <p:cNvPr id="18" name="Freeform 10">
              <a:extLst>
                <a:ext uri="{FF2B5EF4-FFF2-40B4-BE49-F238E27FC236}">
                  <a16:creationId xmlns:a16="http://schemas.microsoft.com/office/drawing/2014/main" id="{DB7AE3BB-DEE7-62B6-05C0-0CD58AB90EE8}"/>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sp>
      </p:grpSp>
      <p:grpSp>
        <p:nvGrpSpPr>
          <p:cNvPr id="19" name="Group 11">
            <a:extLst>
              <a:ext uri="{FF2B5EF4-FFF2-40B4-BE49-F238E27FC236}">
                <a16:creationId xmlns:a16="http://schemas.microsoft.com/office/drawing/2014/main" id="{007FC188-4BF3-2B1B-8312-828284277640}"/>
              </a:ext>
            </a:extLst>
          </p:cNvPr>
          <p:cNvGrpSpPr/>
          <p:nvPr/>
        </p:nvGrpSpPr>
        <p:grpSpPr>
          <a:xfrm>
            <a:off x="7743543" y="184799"/>
            <a:ext cx="2533079" cy="2193659"/>
            <a:chOff x="0" y="0"/>
            <a:chExt cx="3619627" cy="3134614"/>
          </a:xfrm>
        </p:grpSpPr>
        <p:sp>
          <p:nvSpPr>
            <p:cNvPr id="20" name="Freeform 12">
              <a:extLst>
                <a:ext uri="{FF2B5EF4-FFF2-40B4-BE49-F238E27FC236}">
                  <a16:creationId xmlns:a16="http://schemas.microsoft.com/office/drawing/2014/main" id="{7F873FDC-0537-8A59-E3D8-AA5959B75E33}"/>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C2E1E1-EF28-2B18-B94A-1D35E944CDB2}"/>
              </a:ext>
            </a:extLst>
          </p:cNvPr>
          <p:cNvSpPr/>
          <p:nvPr/>
        </p:nvSpPr>
        <p:spPr>
          <a:xfrm>
            <a:off x="42333" y="44028"/>
            <a:ext cx="12149667" cy="516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defRPr/>
            </a:pPr>
            <a:r>
              <a:rPr lang="en-US" sz="3200" dirty="0">
                <a:solidFill>
                  <a:srgbClr val="4472C4">
                    <a:lumMod val="50000"/>
                  </a:srgbClr>
                </a:solidFill>
                <a:latin typeface="Graphik Black" panose="020B0A03030202060203" pitchFamily="34" charset="0"/>
              </a:rPr>
              <a:t>Problem statement</a:t>
            </a:r>
          </a:p>
        </p:txBody>
      </p:sp>
      <p:pic>
        <p:nvPicPr>
          <p:cNvPr id="3" name="Picture 2" descr="A group of cars in a parking lot&#10;&#10;Description automatically generated">
            <a:extLst>
              <a:ext uri="{FF2B5EF4-FFF2-40B4-BE49-F238E27FC236}">
                <a16:creationId xmlns:a16="http://schemas.microsoft.com/office/drawing/2014/main" id="{1A4DC6A0-48E5-EA01-AE72-4AEA2287C4D8}"/>
              </a:ext>
            </a:extLst>
          </p:cNvPr>
          <p:cNvPicPr>
            <a:picLocks noChangeAspect="1"/>
          </p:cNvPicPr>
          <p:nvPr/>
        </p:nvPicPr>
        <p:blipFill>
          <a:blip r:embed="rId2"/>
          <a:stretch>
            <a:fillRect/>
          </a:stretch>
        </p:blipFill>
        <p:spPr>
          <a:xfrm>
            <a:off x="7552624" y="1803401"/>
            <a:ext cx="3978977" cy="2256971"/>
          </a:xfrm>
          <a:prstGeom prst="rect">
            <a:avLst/>
          </a:prstGeom>
        </p:spPr>
      </p:pic>
      <p:pic>
        <p:nvPicPr>
          <p:cNvPr id="4" name="Picture 3" descr="A no parking sign with a car&#10;&#10;Description automatically generated">
            <a:extLst>
              <a:ext uri="{FF2B5EF4-FFF2-40B4-BE49-F238E27FC236}">
                <a16:creationId xmlns:a16="http://schemas.microsoft.com/office/drawing/2014/main" id="{8D7B818C-98F8-7B99-9E2F-B3B2B000B960}"/>
              </a:ext>
            </a:extLst>
          </p:cNvPr>
          <p:cNvPicPr>
            <a:picLocks noChangeAspect="1"/>
          </p:cNvPicPr>
          <p:nvPr/>
        </p:nvPicPr>
        <p:blipFill>
          <a:blip r:embed="rId3"/>
          <a:stretch>
            <a:fillRect/>
          </a:stretch>
        </p:blipFill>
        <p:spPr>
          <a:xfrm>
            <a:off x="7867364" y="4463951"/>
            <a:ext cx="1687609" cy="1679171"/>
          </a:xfrm>
          <a:prstGeom prst="rect">
            <a:avLst/>
          </a:prstGeom>
        </p:spPr>
      </p:pic>
      <p:sp>
        <p:nvSpPr>
          <p:cNvPr id="5" name="Rectangle 4">
            <a:extLst>
              <a:ext uri="{FF2B5EF4-FFF2-40B4-BE49-F238E27FC236}">
                <a16:creationId xmlns:a16="http://schemas.microsoft.com/office/drawing/2014/main" id="{6B616323-C67D-E09B-2493-4849192C3145}"/>
              </a:ext>
            </a:extLst>
          </p:cNvPr>
          <p:cNvSpPr/>
          <p:nvPr/>
        </p:nvSpPr>
        <p:spPr>
          <a:xfrm>
            <a:off x="1168401" y="714878"/>
            <a:ext cx="10109199" cy="737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defRPr/>
            </a:pPr>
            <a:r>
              <a:rPr lang="en-US" sz="2400" dirty="0">
                <a:solidFill>
                  <a:srgbClr val="4472C4">
                    <a:lumMod val="50000"/>
                  </a:srgbClr>
                </a:solidFill>
                <a:latin typeface="Graphik" panose="020B0503030202060203" pitchFamily="34" charset="0"/>
              </a:rPr>
              <a:t>Issues of the common man related to find parking space in cities</a:t>
            </a:r>
          </a:p>
        </p:txBody>
      </p:sp>
      <p:sp>
        <p:nvSpPr>
          <p:cNvPr id="6" name="Rectangle 5">
            <a:extLst>
              <a:ext uri="{FF2B5EF4-FFF2-40B4-BE49-F238E27FC236}">
                <a16:creationId xmlns:a16="http://schemas.microsoft.com/office/drawing/2014/main" id="{ADCC4A49-0698-D277-36B8-A5CCCDB6BA21}"/>
              </a:ext>
            </a:extLst>
          </p:cNvPr>
          <p:cNvSpPr/>
          <p:nvPr/>
        </p:nvSpPr>
        <p:spPr>
          <a:xfrm>
            <a:off x="520013" y="2204020"/>
            <a:ext cx="5321987" cy="347612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11" indent="-228611" defTabSz="609630">
              <a:lnSpc>
                <a:spcPct val="90000"/>
              </a:lnSpc>
              <a:spcAft>
                <a:spcPts val="400"/>
              </a:spcAft>
              <a:buFont typeface="Arial" panose="020B0604020202020204" pitchFamily="34" charset="0"/>
              <a:buChar char="•"/>
              <a:defRPr/>
            </a:pPr>
            <a:r>
              <a:rPr lang="en-US" sz="2133" dirty="0">
                <a:solidFill>
                  <a:prstClr val="black"/>
                </a:solidFill>
                <a:latin typeface="Calibri"/>
              </a:rPr>
              <a:t>We know - You faced similar issues and wanted to act </a:t>
            </a:r>
          </a:p>
          <a:p>
            <a:pPr marL="228611" indent="-228611" defTabSz="609630">
              <a:lnSpc>
                <a:spcPct val="90000"/>
              </a:lnSpc>
              <a:spcAft>
                <a:spcPts val="400"/>
              </a:spcAft>
              <a:buFont typeface="Arial" panose="020B0604020202020204" pitchFamily="34" charset="0"/>
              <a:buChar char="•"/>
              <a:defRPr/>
            </a:pPr>
            <a:r>
              <a:rPr lang="en-US" sz="2133" dirty="0">
                <a:solidFill>
                  <a:prstClr val="black"/>
                </a:solidFill>
                <a:latin typeface="Calibri"/>
              </a:rPr>
              <a:t>We all want to contribute to the community in our own wonderful way and wished there was an easy way to do so</a:t>
            </a:r>
          </a:p>
          <a:p>
            <a:pPr marL="228611" indent="-228611" defTabSz="609630">
              <a:lnSpc>
                <a:spcPct val="90000"/>
              </a:lnSpc>
              <a:spcAft>
                <a:spcPts val="400"/>
              </a:spcAft>
              <a:buFont typeface="Arial" panose="020B0604020202020204" pitchFamily="34" charset="0"/>
              <a:buChar char="•"/>
              <a:defRPr/>
            </a:pPr>
            <a:r>
              <a:rPr lang="en-US" sz="2133" dirty="0">
                <a:solidFill>
                  <a:prstClr val="black"/>
                </a:solidFill>
                <a:latin typeface="Calibri"/>
              </a:rPr>
              <a:t>Citizens spend a lot of time to find parking space in cities  </a:t>
            </a:r>
          </a:p>
          <a:p>
            <a:pPr marL="228611" indent="-228611" defTabSz="609630">
              <a:lnSpc>
                <a:spcPct val="90000"/>
              </a:lnSpc>
              <a:spcAft>
                <a:spcPts val="400"/>
              </a:spcAft>
              <a:buFont typeface="Arial" panose="020B0604020202020204" pitchFamily="34" charset="0"/>
              <a:buChar char="•"/>
              <a:defRPr/>
            </a:pPr>
            <a:endParaRPr lang="en-US" sz="2133" dirty="0">
              <a:solidFill>
                <a:prstClr val="black"/>
              </a:solidFill>
              <a:latin typeface="Calibri"/>
            </a:endParaRPr>
          </a:p>
          <a:p>
            <a:pPr algn="ctr" defTabSz="609630"/>
            <a:endParaRPr lang="en-US" sz="2133" dirty="0">
              <a:solidFill>
                <a:prstClr val="white"/>
              </a:solidFill>
              <a:latin typeface="Calibri"/>
            </a:endParaRPr>
          </a:p>
        </p:txBody>
      </p:sp>
      <p:pic>
        <p:nvPicPr>
          <p:cNvPr id="7" name="Picture 6">
            <a:extLst>
              <a:ext uri="{FF2B5EF4-FFF2-40B4-BE49-F238E27FC236}">
                <a16:creationId xmlns:a16="http://schemas.microsoft.com/office/drawing/2014/main" id="{AF5939A5-2D2A-63A7-A9E9-F7E39EE3DE32}"/>
              </a:ext>
            </a:extLst>
          </p:cNvPr>
          <p:cNvPicPr>
            <a:picLocks noChangeAspect="1"/>
          </p:cNvPicPr>
          <p:nvPr/>
        </p:nvPicPr>
        <p:blipFill rotWithShape="1">
          <a:blip r:embed="rId4"/>
          <a:srcRect l="37500" t="36962" r="37437" b="30517"/>
          <a:stretch/>
        </p:blipFill>
        <p:spPr>
          <a:xfrm>
            <a:off x="10334773" y="4463952"/>
            <a:ext cx="1337214" cy="1555849"/>
          </a:xfrm>
          <a:prstGeom prst="rect">
            <a:avLst/>
          </a:prstGeom>
        </p:spPr>
      </p:pic>
    </p:spTree>
    <p:extLst>
      <p:ext uri="{BB962C8B-B14F-4D97-AF65-F5344CB8AC3E}">
        <p14:creationId xmlns:p14="http://schemas.microsoft.com/office/powerpoint/2010/main" val="49805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C2E1E1-EF28-2B18-B94A-1D35E944CDB2}"/>
              </a:ext>
            </a:extLst>
          </p:cNvPr>
          <p:cNvSpPr/>
          <p:nvPr/>
        </p:nvSpPr>
        <p:spPr>
          <a:xfrm>
            <a:off x="42333" y="13548"/>
            <a:ext cx="12149667" cy="516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defRPr/>
            </a:pPr>
            <a:r>
              <a:rPr lang="en-US" sz="3200" dirty="0">
                <a:solidFill>
                  <a:srgbClr val="4472C4">
                    <a:lumMod val="50000"/>
                  </a:srgbClr>
                </a:solidFill>
                <a:latin typeface="Graphik Black" panose="020B0A03030202060203" pitchFamily="34" charset="0"/>
              </a:rPr>
              <a:t>Solution</a:t>
            </a:r>
          </a:p>
        </p:txBody>
      </p:sp>
      <p:sp>
        <p:nvSpPr>
          <p:cNvPr id="8" name="Rectangle 7">
            <a:extLst>
              <a:ext uri="{FF2B5EF4-FFF2-40B4-BE49-F238E27FC236}">
                <a16:creationId xmlns:a16="http://schemas.microsoft.com/office/drawing/2014/main" id="{D9AAE1CF-AB39-B3BF-8809-B051794FC52B}"/>
              </a:ext>
            </a:extLst>
          </p:cNvPr>
          <p:cNvSpPr/>
          <p:nvPr/>
        </p:nvSpPr>
        <p:spPr>
          <a:xfrm>
            <a:off x="1168401" y="499534"/>
            <a:ext cx="10109199" cy="516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defRPr/>
            </a:pPr>
            <a:r>
              <a:rPr lang="en-US" sz="2400" dirty="0">
                <a:solidFill>
                  <a:prstClr val="black"/>
                </a:solidFill>
                <a:latin typeface="Calibri"/>
              </a:rPr>
              <a:t>How does the tool help?</a:t>
            </a:r>
          </a:p>
        </p:txBody>
      </p:sp>
      <p:sp>
        <p:nvSpPr>
          <p:cNvPr id="9" name="Rectangle 8">
            <a:extLst>
              <a:ext uri="{FF2B5EF4-FFF2-40B4-BE49-F238E27FC236}">
                <a16:creationId xmlns:a16="http://schemas.microsoft.com/office/drawing/2014/main" id="{DE895622-41EC-E473-DD29-108EF8F1C95D}"/>
              </a:ext>
            </a:extLst>
          </p:cNvPr>
          <p:cNvSpPr/>
          <p:nvPr/>
        </p:nvSpPr>
        <p:spPr>
          <a:xfrm>
            <a:off x="169288" y="1015999"/>
            <a:ext cx="11895756" cy="5740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11" indent="-228611" defTabSz="609630">
              <a:lnSpc>
                <a:spcPct val="90000"/>
              </a:lnSpc>
              <a:spcAft>
                <a:spcPts val="400"/>
              </a:spcAft>
              <a:buFont typeface="Arial" panose="020B0604020202020204" pitchFamily="34" charset="0"/>
              <a:buChar char="•"/>
            </a:pPr>
            <a:r>
              <a:rPr lang="en-US" sz="2133" dirty="0">
                <a:solidFill>
                  <a:prstClr val="black"/>
                </a:solidFill>
                <a:latin typeface="Calibri"/>
              </a:rPr>
              <a:t>A GPS tracking system that assists the driver to easily finding a parking space. The tool will  provide the real-time data and the insights of parking car lots. on-street and off-street parking data. This app detects current position of User and its address which allows user to add a Parking Space. The idea is to crowd Source Parking spaces to remove problem of spaces in crowded cities. </a:t>
            </a:r>
          </a:p>
          <a:p>
            <a:pPr marL="228611" indent="-228611" defTabSz="609630">
              <a:lnSpc>
                <a:spcPct val="90000"/>
              </a:lnSpc>
              <a:spcAft>
                <a:spcPts val="400"/>
              </a:spcAft>
              <a:buFont typeface="Arial" panose="020B0604020202020204" pitchFamily="34" charset="0"/>
              <a:buChar char="•"/>
            </a:pPr>
            <a:r>
              <a:rPr lang="en-US" sz="2133" dirty="0">
                <a:solidFill>
                  <a:prstClr val="black"/>
                </a:solidFill>
                <a:latin typeface="Calibri"/>
              </a:rPr>
              <a:t>A standard measurement of the vehicle type will be hardcoded in the system</a:t>
            </a:r>
          </a:p>
          <a:p>
            <a:pPr marL="647732" lvl="2" indent="-342917" defTabSz="609630">
              <a:lnSpc>
                <a:spcPct val="90000"/>
              </a:lnSpc>
              <a:spcAft>
                <a:spcPts val="400"/>
              </a:spcAft>
              <a:buFont typeface="+mj-lt"/>
              <a:buAutoNum type="alphaLcPeriod"/>
            </a:pPr>
            <a:r>
              <a:rPr lang="en-US" sz="2133" dirty="0" smtClean="0">
                <a:solidFill>
                  <a:prstClr val="black"/>
                </a:solidFill>
                <a:latin typeface="Calibri"/>
              </a:rPr>
              <a:t>Bike</a:t>
            </a:r>
          </a:p>
          <a:p>
            <a:pPr marL="647732" lvl="2" indent="-342917" defTabSz="609630">
              <a:lnSpc>
                <a:spcPct val="90000"/>
              </a:lnSpc>
              <a:spcAft>
                <a:spcPts val="400"/>
              </a:spcAft>
              <a:buFont typeface="+mj-lt"/>
              <a:buAutoNum type="alphaLcPeriod"/>
            </a:pPr>
            <a:r>
              <a:rPr lang="en-US" sz="2133" dirty="0" smtClean="0">
                <a:solidFill>
                  <a:prstClr val="black"/>
                </a:solidFill>
                <a:latin typeface="Calibri"/>
              </a:rPr>
              <a:t>Three wheeler</a:t>
            </a:r>
          </a:p>
          <a:p>
            <a:pPr marL="647732" lvl="2" indent="-342917" defTabSz="609630">
              <a:lnSpc>
                <a:spcPct val="90000"/>
              </a:lnSpc>
              <a:spcAft>
                <a:spcPts val="400"/>
              </a:spcAft>
              <a:buFont typeface="+mj-lt"/>
              <a:buAutoNum type="alphaLcPeriod"/>
            </a:pPr>
            <a:r>
              <a:rPr lang="en-US" sz="2133" dirty="0" smtClean="0">
                <a:solidFill>
                  <a:prstClr val="black"/>
                </a:solidFill>
                <a:latin typeface="Calibri"/>
              </a:rPr>
              <a:t>Car</a:t>
            </a:r>
            <a:endParaRPr lang="en-US" sz="2133" dirty="0">
              <a:solidFill>
                <a:prstClr val="black"/>
              </a:solidFill>
              <a:latin typeface="Calibri"/>
            </a:endParaRPr>
          </a:p>
          <a:p>
            <a:pPr marL="228611" indent="-228611" defTabSz="609630">
              <a:lnSpc>
                <a:spcPct val="90000"/>
              </a:lnSpc>
              <a:spcAft>
                <a:spcPts val="400"/>
              </a:spcAft>
              <a:buFont typeface="Arial" panose="020B0604020202020204" pitchFamily="34" charset="0"/>
              <a:buChar char="•"/>
            </a:pPr>
            <a:r>
              <a:rPr lang="en-US" sz="2133" dirty="0">
                <a:solidFill>
                  <a:prstClr val="black"/>
                </a:solidFill>
                <a:latin typeface="Calibri"/>
              </a:rPr>
              <a:t>The user must input one of 5 options into the APP </a:t>
            </a:r>
          </a:p>
          <a:p>
            <a:pPr marL="228611" indent="-228611" defTabSz="609630">
              <a:lnSpc>
                <a:spcPct val="90000"/>
              </a:lnSpc>
              <a:spcAft>
                <a:spcPts val="400"/>
              </a:spcAft>
              <a:buFont typeface="Arial" panose="020B0604020202020204" pitchFamily="34" charset="0"/>
              <a:buChar char="•"/>
            </a:pPr>
            <a:r>
              <a:rPr lang="en-US" sz="2133" dirty="0">
                <a:solidFill>
                  <a:prstClr val="black"/>
                </a:solidFill>
                <a:latin typeface="Calibri"/>
              </a:rPr>
              <a:t>The tool using the GPS tracker will track the current position of the vehicle and will scan the nearby location to  identify the spots based on the input parameters.</a:t>
            </a:r>
          </a:p>
          <a:p>
            <a:pPr marL="228611" indent="-228611" defTabSz="609630">
              <a:lnSpc>
                <a:spcPct val="90000"/>
              </a:lnSpc>
              <a:spcAft>
                <a:spcPts val="400"/>
              </a:spcAft>
              <a:buFont typeface="Arial" panose="020B0604020202020204" pitchFamily="34" charset="0"/>
              <a:buChar char="•"/>
            </a:pPr>
            <a:r>
              <a:rPr lang="en-US" sz="2133" dirty="0">
                <a:solidFill>
                  <a:prstClr val="black"/>
                </a:solidFill>
                <a:latin typeface="Calibri"/>
              </a:rPr>
              <a:t>The APP will also scan if there is any ‘No parking’ , ‘Work In Progress’ sign boards and will notify the user</a:t>
            </a:r>
          </a:p>
          <a:p>
            <a:pPr marL="228611" indent="-228611" defTabSz="609630">
              <a:lnSpc>
                <a:spcPct val="90000"/>
              </a:lnSpc>
              <a:spcAft>
                <a:spcPts val="400"/>
              </a:spcAft>
              <a:buFont typeface="Arial" panose="020B0604020202020204" pitchFamily="34" charset="0"/>
              <a:buChar char="•"/>
            </a:pPr>
            <a:endParaRPr lang="en-US" sz="2133" dirty="0">
              <a:solidFill>
                <a:prstClr val="black"/>
              </a:solidFill>
              <a:latin typeface="Calibri"/>
            </a:endParaRPr>
          </a:p>
          <a:p>
            <a:pPr marL="228611" indent="-228611" defTabSz="609630">
              <a:lnSpc>
                <a:spcPct val="90000"/>
              </a:lnSpc>
              <a:spcAft>
                <a:spcPts val="400"/>
              </a:spcAft>
              <a:buFont typeface="Arial" panose="020B0604020202020204" pitchFamily="34" charset="0"/>
              <a:buChar char="•"/>
            </a:pPr>
            <a:endParaRPr lang="en-US" sz="2133" dirty="0">
              <a:solidFill>
                <a:prstClr val="black"/>
              </a:solidFill>
              <a:latin typeface="Calibri"/>
            </a:endParaRPr>
          </a:p>
        </p:txBody>
      </p:sp>
    </p:spTree>
    <p:extLst>
      <p:ext uri="{BB962C8B-B14F-4D97-AF65-F5344CB8AC3E}">
        <p14:creationId xmlns:p14="http://schemas.microsoft.com/office/powerpoint/2010/main" val="1439820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C2E1E1-EF28-2B18-B94A-1D35E944CDB2}"/>
              </a:ext>
            </a:extLst>
          </p:cNvPr>
          <p:cNvSpPr/>
          <p:nvPr/>
        </p:nvSpPr>
        <p:spPr>
          <a:xfrm>
            <a:off x="42333" y="33868"/>
            <a:ext cx="12149667" cy="5960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4472C4">
                    <a:lumMod val="50000"/>
                  </a:srgbClr>
                </a:solidFill>
                <a:effectLst/>
                <a:uLnTx/>
                <a:uFillTx/>
                <a:latin typeface="Graphik" panose="020B0503030202060203" pitchFamily="34" charset="0"/>
                <a:ea typeface="+mn-ea"/>
                <a:cs typeface="+mn-cs"/>
              </a:rPr>
              <a:t>Technology Stack</a:t>
            </a:r>
            <a:endParaRPr kumimoji="0" lang="en-US" sz="3200" b="0" i="0" u="none" strike="noStrike" kern="1200" cap="none" spc="0" normalizeH="0" baseline="0" noProof="0" dirty="0">
              <a:ln>
                <a:noFill/>
              </a:ln>
              <a:solidFill>
                <a:srgbClr val="4472C4">
                  <a:lumMod val="50000"/>
                </a:srgbClr>
              </a:solidFill>
              <a:effectLst/>
              <a:uLnTx/>
              <a:uFillTx/>
              <a:latin typeface="Graphik Black" panose="020B0A03030202060203" pitchFamily="34" charset="0"/>
              <a:ea typeface="+mn-ea"/>
              <a:cs typeface="+mn-cs"/>
            </a:endParaRPr>
          </a:p>
        </p:txBody>
      </p:sp>
      <p:sp>
        <p:nvSpPr>
          <p:cNvPr id="5" name="Rectangle: Rounded Corners 4">
            <a:extLst>
              <a:ext uri="{FF2B5EF4-FFF2-40B4-BE49-F238E27FC236}">
                <a16:creationId xmlns:a16="http://schemas.microsoft.com/office/drawing/2014/main" id="{8231989F-B892-4A26-0AED-FB6FECFC53E8}"/>
              </a:ext>
            </a:extLst>
          </p:cNvPr>
          <p:cNvSpPr/>
          <p:nvPr/>
        </p:nvSpPr>
        <p:spPr>
          <a:xfrm>
            <a:off x="101600" y="955040"/>
            <a:ext cx="3637280" cy="56388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IN" sz="1600" b="1" dirty="0">
                <a:solidFill>
                  <a:schemeClr val="tx1"/>
                </a:solidFill>
                <a:latin typeface="Graphik" panose="020B0503030202060203" pitchFamily="34" charset="0"/>
              </a:rPr>
              <a:t>System Details (required installation):</a:t>
            </a:r>
          </a:p>
          <a:p>
            <a:pPr marL="285750" indent="-285750">
              <a:buFont typeface="Arial" panose="020B0604020202020204" pitchFamily="34" charset="0"/>
              <a:buChar char="•"/>
            </a:pPr>
            <a:r>
              <a:rPr lang="en-IN" sz="1600" dirty="0">
                <a:solidFill>
                  <a:schemeClr val="tx1"/>
                </a:solidFill>
                <a:latin typeface="Graphik" panose="020B0503030202060203" pitchFamily="34" charset="0"/>
              </a:rPr>
              <a:t>OS: Windows 10 or 8</a:t>
            </a:r>
          </a:p>
          <a:p>
            <a:pPr marL="285750" indent="-285750">
              <a:buFont typeface="Arial" panose="020B0604020202020204" pitchFamily="34" charset="0"/>
              <a:buChar char="•"/>
            </a:pPr>
            <a:r>
              <a:rPr lang="en-IN" sz="1600" dirty="0">
                <a:solidFill>
                  <a:schemeClr val="tx1"/>
                </a:solidFill>
                <a:latin typeface="Graphik" panose="020B0503030202060203" pitchFamily="34" charset="0"/>
              </a:rPr>
              <a:t>Java: Version </a:t>
            </a:r>
            <a:r>
              <a:rPr lang="en-IN" sz="1600" dirty="0" smtClean="0">
                <a:solidFill>
                  <a:schemeClr val="tx1"/>
                </a:solidFill>
                <a:latin typeface="Graphik" panose="020B0503030202060203" pitchFamily="34" charset="0"/>
              </a:rPr>
              <a:t>11 or 8</a:t>
            </a:r>
            <a:endParaRPr lang="en-IN" sz="1600" dirty="0">
              <a:solidFill>
                <a:schemeClr val="tx1"/>
              </a:solidFill>
              <a:latin typeface="Graphik" panose="020B0503030202060203" pitchFamily="34" charset="0"/>
            </a:endParaRPr>
          </a:p>
          <a:p>
            <a:pPr marL="342900" indent="-342900" algn="ctr">
              <a:buFont typeface="Arial" panose="020B0604020202020204" pitchFamily="34" charset="0"/>
              <a:buChar char="•"/>
            </a:pPr>
            <a:endParaRPr lang="en-IN" sz="1600" dirty="0">
              <a:solidFill>
                <a:schemeClr val="tx1"/>
              </a:solidFill>
              <a:latin typeface="Graphik" panose="020B0503030202060203" pitchFamily="34" charset="0"/>
            </a:endParaRPr>
          </a:p>
          <a:p>
            <a:pPr algn="ctr"/>
            <a:r>
              <a:rPr lang="en-IN" sz="1600" b="1" dirty="0">
                <a:solidFill>
                  <a:schemeClr val="tx1"/>
                </a:solidFill>
                <a:latin typeface="Graphik" panose="020B0503030202060203" pitchFamily="34" charset="0"/>
              </a:rPr>
              <a:t>Software Used:</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Android Studio . Version:  Giraffe 2022.3.1</a:t>
            </a:r>
          </a:p>
          <a:p>
            <a:endParaRPr lang="en-IN" sz="1600" dirty="0">
              <a:solidFill>
                <a:schemeClr val="tx1"/>
              </a:solidFill>
              <a:latin typeface="Graphik" panose="020B0503030202060203" pitchFamily="34" charset="0"/>
            </a:endParaRPr>
          </a:p>
          <a:p>
            <a:pPr algn="ctr"/>
            <a:r>
              <a:rPr lang="en-IN" sz="1600" b="1" dirty="0">
                <a:solidFill>
                  <a:schemeClr val="tx1"/>
                </a:solidFill>
                <a:latin typeface="Graphik" panose="020B0503030202060203" pitchFamily="34" charset="0"/>
              </a:rPr>
              <a:t>Android Studio:</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Project: </a:t>
            </a:r>
            <a:r>
              <a:rPr lang="en-IN" sz="1600" dirty="0" err="1">
                <a:solidFill>
                  <a:schemeClr val="tx1"/>
                </a:solidFill>
                <a:latin typeface="Graphik" panose="020B0503030202060203" pitchFamily="34" charset="0"/>
              </a:rPr>
              <a:t>FindMeParking</a:t>
            </a:r>
            <a:endParaRPr lang="en-IN" sz="1600" dirty="0">
              <a:solidFill>
                <a:schemeClr val="tx1"/>
              </a:solidFill>
              <a:latin typeface="Graphik" panose="020B0503030202060203" pitchFamily="34" charset="0"/>
            </a:endParaRPr>
          </a:p>
          <a:p>
            <a:pPr marL="342900" indent="-342900">
              <a:buFont typeface="Arial" panose="020B0604020202020204" pitchFamily="34" charset="0"/>
              <a:buChar char="•"/>
            </a:pPr>
            <a:r>
              <a:rPr lang="en-IN" sz="1600" dirty="0">
                <a:solidFill>
                  <a:schemeClr val="tx1"/>
                </a:solidFill>
                <a:latin typeface="Graphik" panose="020B0503030202060203" pitchFamily="34" charset="0"/>
              </a:rPr>
              <a:t>Language: Java. Version: 11</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Testing on Virtual Phone in Android Studio</a:t>
            </a:r>
          </a:p>
          <a:p>
            <a:pPr marL="800100" lvl="1" indent="-342900">
              <a:buFont typeface="Arial" panose="020B0604020202020204" pitchFamily="34" charset="0"/>
              <a:buChar char="•"/>
            </a:pPr>
            <a:r>
              <a:rPr lang="en-IN" sz="1600" dirty="0">
                <a:solidFill>
                  <a:schemeClr val="tx1"/>
                </a:solidFill>
                <a:latin typeface="Graphik" panose="020B0503030202060203" pitchFamily="34" charset="0"/>
              </a:rPr>
              <a:t>Device: Pixel</a:t>
            </a:r>
          </a:p>
          <a:p>
            <a:pPr marL="800100" lvl="1" indent="-342900">
              <a:buFont typeface="Arial" panose="020B0604020202020204" pitchFamily="34" charset="0"/>
              <a:buChar char="•"/>
            </a:pPr>
            <a:r>
              <a:rPr lang="en-IN" sz="1600" dirty="0">
                <a:solidFill>
                  <a:schemeClr val="tx1"/>
                </a:solidFill>
                <a:latin typeface="Graphik" panose="020B0503030202060203" pitchFamily="34" charset="0"/>
              </a:rPr>
              <a:t>OS: Android 13.0 x86_64</a:t>
            </a:r>
          </a:p>
        </p:txBody>
      </p:sp>
      <p:sp>
        <p:nvSpPr>
          <p:cNvPr id="6" name="Rectangle: Rounded Corners 5">
            <a:extLst>
              <a:ext uri="{FF2B5EF4-FFF2-40B4-BE49-F238E27FC236}">
                <a16:creationId xmlns:a16="http://schemas.microsoft.com/office/drawing/2014/main" id="{6C9E84AE-A3C2-E932-CDBC-D19A2A4992F3}"/>
              </a:ext>
            </a:extLst>
          </p:cNvPr>
          <p:cNvSpPr/>
          <p:nvPr/>
        </p:nvSpPr>
        <p:spPr>
          <a:xfrm>
            <a:off x="4087283" y="883920"/>
            <a:ext cx="3773594" cy="56388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tx1"/>
                </a:solidFill>
                <a:latin typeface="Graphik" panose="020B0503030202060203" pitchFamily="34" charset="0"/>
              </a:rPr>
              <a:t>App Front End:</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Dropdown Menu to select Vehicle type</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Button to find parking places</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Fragment/Section to show map</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Route to selected place</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Login Menu</a:t>
            </a:r>
          </a:p>
          <a:p>
            <a:endParaRPr lang="en-IN" sz="1600" dirty="0">
              <a:solidFill>
                <a:schemeClr val="tx1"/>
              </a:solidFill>
              <a:latin typeface="Graphik" panose="020B0503030202060203" pitchFamily="34" charset="0"/>
            </a:endParaRPr>
          </a:p>
          <a:p>
            <a:pPr algn="ctr"/>
            <a:r>
              <a:rPr lang="en-IN" sz="1600" b="1" dirty="0">
                <a:solidFill>
                  <a:schemeClr val="tx1"/>
                </a:solidFill>
                <a:latin typeface="Graphik" panose="020B0503030202060203" pitchFamily="34" charset="0"/>
              </a:rPr>
              <a:t>App Backend:</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Java development</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Integration with Google APIs</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Firebase Realtime Database </a:t>
            </a:r>
          </a:p>
          <a:p>
            <a:pPr marL="800100" lvl="1" indent="-342900">
              <a:buFont typeface="Arial" panose="020B0604020202020204" pitchFamily="34" charset="0"/>
              <a:buChar char="•"/>
            </a:pPr>
            <a:r>
              <a:rPr lang="en-IN" sz="1600" dirty="0">
                <a:solidFill>
                  <a:schemeClr val="tx1"/>
                </a:solidFill>
                <a:latin typeface="Graphik" panose="020B0503030202060203" pitchFamily="34" charset="0"/>
              </a:rPr>
              <a:t>Version:  20.2.2</a:t>
            </a:r>
          </a:p>
          <a:p>
            <a:pPr algn="ctr"/>
            <a:endParaRPr lang="en-IN" sz="1600" dirty="0">
              <a:solidFill>
                <a:schemeClr val="tx1"/>
              </a:solidFill>
              <a:latin typeface="Graphik" panose="020B0503030202060203" pitchFamily="34" charset="0"/>
            </a:endParaRPr>
          </a:p>
        </p:txBody>
      </p:sp>
      <p:sp>
        <p:nvSpPr>
          <p:cNvPr id="7" name="Rectangle: Rounded Corners 6">
            <a:extLst>
              <a:ext uri="{FF2B5EF4-FFF2-40B4-BE49-F238E27FC236}">
                <a16:creationId xmlns:a16="http://schemas.microsoft.com/office/drawing/2014/main" id="{375B47A7-0B76-6A41-9ED9-501457378142}"/>
              </a:ext>
            </a:extLst>
          </p:cNvPr>
          <p:cNvSpPr/>
          <p:nvPr/>
        </p:nvSpPr>
        <p:spPr>
          <a:xfrm>
            <a:off x="8310880" y="883920"/>
            <a:ext cx="3535680" cy="5648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tx1"/>
                </a:solidFill>
                <a:latin typeface="Graphik" panose="020B0503030202060203" pitchFamily="34" charset="0"/>
              </a:rPr>
              <a:t>External APIs Used:</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Google Maps: to display Map</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Google Places API: to get/view Parking places in </a:t>
            </a:r>
            <a:r>
              <a:rPr lang="en-IN" sz="1600" dirty="0" smtClean="0">
                <a:solidFill>
                  <a:schemeClr val="tx1"/>
                </a:solidFill>
                <a:latin typeface="Graphik" panose="020B0503030202060203" pitchFamily="34" charset="0"/>
              </a:rPr>
              <a:t>Map</a:t>
            </a:r>
            <a:endParaRPr lang="en-IN" sz="1600" dirty="0">
              <a:solidFill>
                <a:schemeClr val="tx1"/>
              </a:solidFill>
              <a:latin typeface="Graphik" panose="020B0503030202060203" pitchFamily="34" charset="0"/>
            </a:endParaRPr>
          </a:p>
          <a:p>
            <a:endParaRPr lang="en-IN" sz="1600" dirty="0">
              <a:solidFill>
                <a:schemeClr val="tx1"/>
              </a:solidFill>
              <a:latin typeface="Graphik" panose="020B0503030202060203" pitchFamily="34" charset="0"/>
            </a:endParaRPr>
          </a:p>
          <a:p>
            <a:pPr algn="ctr"/>
            <a:r>
              <a:rPr lang="en-IN" sz="1600" b="1" dirty="0">
                <a:solidFill>
                  <a:schemeClr val="tx1"/>
                </a:solidFill>
                <a:latin typeface="Graphik" panose="020B0503030202060203" pitchFamily="34" charset="0"/>
              </a:rPr>
              <a:t>Google APIs:</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This requires a project to be created in Google Cloud</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For </a:t>
            </a:r>
            <a:r>
              <a:rPr lang="en-IN" sz="1600" dirty="0" smtClean="0">
                <a:solidFill>
                  <a:schemeClr val="tx1"/>
                </a:solidFill>
                <a:latin typeface="Graphik" panose="020B0503030202060203" pitchFamily="34" charset="0"/>
              </a:rPr>
              <a:t>the </a:t>
            </a:r>
            <a:r>
              <a:rPr lang="en-IN" sz="1600" dirty="0">
                <a:solidFill>
                  <a:schemeClr val="tx1"/>
                </a:solidFill>
                <a:latin typeface="Graphik" panose="020B0503030202060203" pitchFamily="34" charset="0"/>
              </a:rPr>
              <a:t>project, </a:t>
            </a:r>
            <a:r>
              <a:rPr lang="en-IN" sz="1600" dirty="0" smtClean="0">
                <a:solidFill>
                  <a:schemeClr val="tx1"/>
                </a:solidFill>
                <a:latin typeface="Graphik" panose="020B0503030202060203" pitchFamily="34" charset="0"/>
              </a:rPr>
              <a:t>we </a:t>
            </a:r>
            <a:r>
              <a:rPr lang="en-IN" sz="1600" dirty="0">
                <a:solidFill>
                  <a:schemeClr val="tx1"/>
                </a:solidFill>
                <a:latin typeface="Graphik" panose="020B0503030202060203" pitchFamily="34" charset="0"/>
              </a:rPr>
              <a:t>enable Google Maps and Places </a:t>
            </a:r>
            <a:r>
              <a:rPr lang="en-IN" sz="1600" dirty="0" smtClean="0">
                <a:solidFill>
                  <a:schemeClr val="tx1"/>
                </a:solidFill>
                <a:latin typeface="Graphik" panose="020B0503030202060203" pitchFamily="34" charset="0"/>
              </a:rPr>
              <a:t>API</a:t>
            </a:r>
            <a:r>
              <a:rPr lang="en-IN" sz="1600" dirty="0">
                <a:solidFill>
                  <a:schemeClr val="tx1"/>
                </a:solidFill>
                <a:latin typeface="Graphik" panose="020B0503030202060203" pitchFamily="34" charset="0"/>
              </a:rPr>
              <a:t/>
            </a:r>
            <a:br>
              <a:rPr lang="en-IN" sz="1600" dirty="0">
                <a:solidFill>
                  <a:schemeClr val="tx1"/>
                </a:solidFill>
                <a:latin typeface="Graphik" panose="020B0503030202060203" pitchFamily="34" charset="0"/>
              </a:rPr>
            </a:br>
            <a:endParaRPr lang="en-IN" sz="1600" dirty="0">
              <a:solidFill>
                <a:schemeClr val="tx1"/>
              </a:solidFill>
              <a:latin typeface="Graphik" panose="020B0503030202060203" pitchFamily="34" charset="0"/>
            </a:endParaRPr>
          </a:p>
        </p:txBody>
      </p:sp>
    </p:spTree>
    <p:extLst>
      <p:ext uri="{BB962C8B-B14F-4D97-AF65-F5344CB8AC3E}">
        <p14:creationId xmlns:p14="http://schemas.microsoft.com/office/powerpoint/2010/main" val="3762721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C2E1E1-EF28-2B18-B94A-1D35E944CDB2}"/>
              </a:ext>
            </a:extLst>
          </p:cNvPr>
          <p:cNvSpPr/>
          <p:nvPr/>
        </p:nvSpPr>
        <p:spPr>
          <a:xfrm>
            <a:off x="42333" y="33868"/>
            <a:ext cx="12149667" cy="5960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4472C4">
                    <a:lumMod val="50000"/>
                  </a:srgbClr>
                </a:solidFill>
                <a:effectLst/>
                <a:uLnTx/>
                <a:uFillTx/>
                <a:latin typeface="Graphik" panose="020B0503030202060203" pitchFamily="34" charset="0"/>
                <a:ea typeface="+mn-ea"/>
                <a:cs typeface="+mn-cs"/>
              </a:rPr>
              <a:t>Functionalities</a:t>
            </a:r>
            <a:endParaRPr kumimoji="0" lang="en-US" sz="3200" b="0" i="0" u="none" strike="noStrike" kern="1200" cap="none" spc="0" normalizeH="0" baseline="0" noProof="0" dirty="0">
              <a:ln>
                <a:noFill/>
              </a:ln>
              <a:solidFill>
                <a:srgbClr val="4472C4">
                  <a:lumMod val="50000"/>
                </a:srgbClr>
              </a:solidFill>
              <a:effectLst/>
              <a:uLnTx/>
              <a:uFillTx/>
              <a:latin typeface="Graphik Black" panose="020B0A03030202060203" pitchFamily="34" charset="0"/>
              <a:ea typeface="+mn-ea"/>
              <a:cs typeface="+mn-cs"/>
            </a:endParaRPr>
          </a:p>
        </p:txBody>
      </p:sp>
      <p:sp>
        <p:nvSpPr>
          <p:cNvPr id="5" name="Rectangle: Rounded Corners 4">
            <a:extLst>
              <a:ext uri="{FF2B5EF4-FFF2-40B4-BE49-F238E27FC236}">
                <a16:creationId xmlns:a16="http://schemas.microsoft.com/office/drawing/2014/main" id="{8231989F-B892-4A26-0AED-FB6FECFC53E8}"/>
              </a:ext>
            </a:extLst>
          </p:cNvPr>
          <p:cNvSpPr/>
          <p:nvPr/>
        </p:nvSpPr>
        <p:spPr>
          <a:xfrm>
            <a:off x="1686560" y="1361440"/>
            <a:ext cx="3773594" cy="31699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tx1"/>
                </a:solidFill>
                <a:latin typeface="Graphik" panose="020B0503030202060203" pitchFamily="34" charset="0"/>
              </a:rPr>
              <a:t>Primary App Functionalities</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Fetch user’s current location</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Get Vehicle Type input from user</a:t>
            </a:r>
          </a:p>
          <a:p>
            <a:pPr marL="342900" indent="-342900">
              <a:buFont typeface="Arial" panose="020B0604020202020204" pitchFamily="34" charset="0"/>
              <a:buChar char="•"/>
            </a:pPr>
            <a:r>
              <a:rPr lang="en-IN" sz="1600" dirty="0">
                <a:solidFill>
                  <a:schemeClr val="tx1"/>
                </a:solidFill>
                <a:latin typeface="Graphik" panose="020B0503030202060203" pitchFamily="34" charset="0"/>
              </a:rPr>
              <a:t>Show available parking places to the </a:t>
            </a:r>
            <a:r>
              <a:rPr lang="en-IN" sz="1600" dirty="0" smtClean="0">
                <a:solidFill>
                  <a:schemeClr val="tx1"/>
                </a:solidFill>
                <a:latin typeface="Graphik" panose="020B0503030202060203" pitchFamily="34" charset="0"/>
              </a:rPr>
              <a:t>user</a:t>
            </a:r>
          </a:p>
          <a:p>
            <a:pPr marL="342900" indent="-342900">
              <a:buFont typeface="Arial" panose="020B0604020202020204" pitchFamily="34" charset="0"/>
              <a:buChar char="•"/>
            </a:pPr>
            <a:r>
              <a:rPr lang="en-US" sz="1600" dirty="0" smtClean="0">
                <a:solidFill>
                  <a:schemeClr val="tx1"/>
                </a:solidFill>
                <a:latin typeface="Graphik" panose="020B0503030202060203" pitchFamily="34" charset="0"/>
              </a:rPr>
              <a:t>Show the route to the available parking space</a:t>
            </a:r>
            <a:endParaRPr lang="en-IN" sz="1600" dirty="0">
              <a:solidFill>
                <a:schemeClr val="tx1"/>
              </a:solidFill>
              <a:latin typeface="Graphik" panose="020B050303020206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chemeClr val="tx1"/>
              </a:solidFill>
              <a:effectLst/>
              <a:uLnTx/>
              <a:uFillTx/>
              <a:latin typeface="Graphik" panose="020B0503030202060203" pitchFamily="34" charset="0"/>
            </a:endParaRPr>
          </a:p>
        </p:txBody>
      </p:sp>
      <p:sp>
        <p:nvSpPr>
          <p:cNvPr id="6" name="Rectangle: Rounded Corners 5">
            <a:extLst>
              <a:ext uri="{FF2B5EF4-FFF2-40B4-BE49-F238E27FC236}">
                <a16:creationId xmlns:a16="http://schemas.microsoft.com/office/drawing/2014/main" id="{6C9E84AE-A3C2-E932-CDBC-D19A2A4992F3}"/>
              </a:ext>
            </a:extLst>
          </p:cNvPr>
          <p:cNvSpPr/>
          <p:nvPr/>
        </p:nvSpPr>
        <p:spPr>
          <a:xfrm>
            <a:off x="6427048" y="1361440"/>
            <a:ext cx="3888317" cy="31699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tx1"/>
                </a:solidFill>
                <a:latin typeface="Graphik" panose="020B0503030202060203" pitchFamily="34" charset="0"/>
              </a:rPr>
              <a:t>Add-On Functionalities</a:t>
            </a:r>
          </a:p>
          <a:p>
            <a:pPr marL="342900" indent="-342900">
              <a:buFont typeface="Arial" panose="020B0604020202020204" pitchFamily="34" charset="0"/>
              <a:buChar char="•"/>
            </a:pPr>
            <a:r>
              <a:rPr lang="en-US" sz="1600" dirty="0" smtClean="0">
                <a:solidFill>
                  <a:schemeClr val="tx1"/>
                </a:solidFill>
                <a:latin typeface="Graphik" panose="020B0503030202060203" pitchFamily="34" charset="0"/>
              </a:rPr>
              <a:t>Input latitudes and longitudes values from the user</a:t>
            </a:r>
            <a:endParaRPr lang="en-IN" sz="1600" dirty="0" smtClean="0">
              <a:solidFill>
                <a:schemeClr val="tx1"/>
              </a:solidFill>
              <a:latin typeface="Graphik" panose="020B0503030202060203" pitchFamily="34" charset="0"/>
            </a:endParaRPr>
          </a:p>
          <a:p>
            <a:pPr marL="342900" indent="-342900">
              <a:buFont typeface="Arial" panose="020B0604020202020204" pitchFamily="34" charset="0"/>
              <a:buChar char="•"/>
            </a:pPr>
            <a:endParaRPr kumimoji="0" lang="en-IN" sz="1600" b="0" i="0" u="none" strike="noStrike" kern="1200" cap="none" spc="0" normalizeH="0" baseline="0" noProof="0" dirty="0">
              <a:ln>
                <a:noFill/>
              </a:ln>
              <a:solidFill>
                <a:schemeClr val="tx1"/>
              </a:solidFill>
              <a:effectLst/>
              <a:uLnTx/>
              <a:uFillTx/>
              <a:latin typeface="Graphik" panose="020B0503030202060203" pitchFamily="34" charset="0"/>
            </a:endParaRPr>
          </a:p>
        </p:txBody>
      </p:sp>
    </p:spTree>
    <p:extLst>
      <p:ext uri="{BB962C8B-B14F-4D97-AF65-F5344CB8AC3E}">
        <p14:creationId xmlns:p14="http://schemas.microsoft.com/office/powerpoint/2010/main" val="71440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C2E1E1-EF28-2B18-B94A-1D35E944CDB2}"/>
              </a:ext>
            </a:extLst>
          </p:cNvPr>
          <p:cNvSpPr/>
          <p:nvPr/>
        </p:nvSpPr>
        <p:spPr>
          <a:xfrm>
            <a:off x="42333" y="33868"/>
            <a:ext cx="12149667" cy="5960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r>
              <a:rPr lang="en-US" sz="3200" dirty="0">
                <a:solidFill>
                  <a:srgbClr val="4472C4">
                    <a:lumMod val="50000"/>
                  </a:srgbClr>
                </a:solidFill>
                <a:latin typeface="Graphik Black" panose="020B0A03030202060203" pitchFamily="34" charset="0"/>
              </a:rPr>
              <a:t>Advantages</a:t>
            </a:r>
            <a:endParaRPr kumimoji="0" lang="en-US" sz="3200" b="0" i="0" u="none" strike="noStrike" kern="1200" cap="none" spc="0" normalizeH="0" baseline="0" noProof="0" dirty="0">
              <a:ln>
                <a:noFill/>
              </a:ln>
              <a:solidFill>
                <a:srgbClr val="4472C4">
                  <a:lumMod val="50000"/>
                </a:srgbClr>
              </a:solidFill>
              <a:effectLst/>
              <a:uLnTx/>
              <a:uFillTx/>
              <a:latin typeface="Graphik Black" panose="020B0A03030202060203" pitchFamily="34" charset="0"/>
              <a:ea typeface="+mn-ea"/>
              <a:cs typeface="+mn-cs"/>
            </a:endParaRPr>
          </a:p>
        </p:txBody>
      </p:sp>
      <p:sp>
        <p:nvSpPr>
          <p:cNvPr id="3" name="Rectangle: Rounded Corners 2">
            <a:extLst>
              <a:ext uri="{FF2B5EF4-FFF2-40B4-BE49-F238E27FC236}">
                <a16:creationId xmlns:a16="http://schemas.microsoft.com/office/drawing/2014/main" id="{1C486A54-752C-640C-FE6F-345469E5EDCC}"/>
              </a:ext>
            </a:extLst>
          </p:cNvPr>
          <p:cNvSpPr/>
          <p:nvPr/>
        </p:nvSpPr>
        <p:spPr>
          <a:xfrm>
            <a:off x="2322408" y="1231900"/>
            <a:ext cx="8066192" cy="4394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342900" indent="-342900" algn="l">
              <a:buFont typeface="Wingdings" panose="05000000000000000000" pitchFamily="2" charset="2"/>
              <a:buChar char="ü"/>
            </a:pPr>
            <a:r>
              <a:rPr lang="en-US" sz="2800" dirty="0">
                <a:solidFill>
                  <a:prstClr val="black"/>
                </a:solidFill>
                <a:latin typeface="Graphik" panose="020B0503030202060203" pitchFamily="34" charset="0"/>
              </a:rPr>
              <a:t>Enhanced Convenience and Efficiency</a:t>
            </a:r>
          </a:p>
          <a:p>
            <a:pPr marL="342900" indent="-342900" algn="l">
              <a:buFont typeface="Wingdings" panose="05000000000000000000" pitchFamily="2" charset="2"/>
              <a:buChar char="ü"/>
            </a:pPr>
            <a:r>
              <a:rPr lang="en-US" sz="2800" dirty="0">
                <a:solidFill>
                  <a:prstClr val="black"/>
                </a:solidFill>
                <a:latin typeface="Graphik" panose="020B0503030202060203" pitchFamily="34" charset="0"/>
              </a:rPr>
              <a:t>Reducing fuel  consumption</a:t>
            </a:r>
          </a:p>
          <a:p>
            <a:pPr marL="342900" indent="-342900" algn="l">
              <a:buFont typeface="Wingdings" panose="05000000000000000000" pitchFamily="2" charset="2"/>
              <a:buChar char="ü"/>
            </a:pPr>
            <a:r>
              <a:rPr lang="en-US" sz="2800" dirty="0">
                <a:solidFill>
                  <a:prstClr val="black"/>
                </a:solidFill>
                <a:latin typeface="Graphik" panose="020B0503030202060203" pitchFamily="34" charset="0"/>
              </a:rPr>
              <a:t>Time and Cost Savings</a:t>
            </a:r>
          </a:p>
          <a:p>
            <a:pPr marL="342900" indent="-342900" algn="l">
              <a:buFont typeface="Wingdings" panose="05000000000000000000" pitchFamily="2" charset="2"/>
              <a:buChar char="ü"/>
            </a:pPr>
            <a:r>
              <a:rPr lang="en-US" sz="2800" dirty="0">
                <a:solidFill>
                  <a:prstClr val="black"/>
                </a:solidFill>
                <a:latin typeface="Graphik" panose="020B0503030202060203" pitchFamily="34" charset="0"/>
              </a:rPr>
              <a:t>Real-time Availability and Updates</a:t>
            </a:r>
          </a:p>
          <a:p>
            <a:pPr marL="342900" indent="-342900" algn="l">
              <a:buFont typeface="Wingdings" panose="05000000000000000000" pitchFamily="2" charset="2"/>
              <a:buChar char="ü"/>
            </a:pPr>
            <a:r>
              <a:rPr lang="en-US" sz="2800" dirty="0">
                <a:solidFill>
                  <a:prstClr val="black"/>
                </a:solidFill>
                <a:latin typeface="Graphik" panose="020B0503030202060203" pitchFamily="34" charset="0"/>
              </a:rPr>
              <a:t>Navigation and Directions</a:t>
            </a:r>
          </a:p>
          <a:p>
            <a:pPr marL="342900" indent="-342900" algn="l">
              <a:buFont typeface="Wingdings" panose="05000000000000000000" pitchFamily="2" charset="2"/>
              <a:buChar char="ü"/>
            </a:pPr>
            <a:r>
              <a:rPr lang="en-US" sz="2800" dirty="0">
                <a:solidFill>
                  <a:prstClr val="black"/>
                </a:solidFill>
                <a:latin typeface="Graphik" panose="020B0503030202060203" pitchFamily="34" charset="0"/>
              </a:rPr>
              <a:t>Integration with Other Services</a:t>
            </a:r>
          </a:p>
          <a:p>
            <a:pPr marL="342900" indent="-342900" algn="l">
              <a:buFont typeface="Wingdings" panose="05000000000000000000" pitchFamily="2" charset="2"/>
              <a:buChar char="ü"/>
            </a:pPr>
            <a:r>
              <a:rPr lang="en-US" sz="2800" dirty="0">
                <a:solidFill>
                  <a:prstClr val="black"/>
                </a:solidFill>
                <a:latin typeface="Graphik" panose="020B0503030202060203" pitchFamily="34" charset="0"/>
              </a:rPr>
              <a:t>Parking Availability Notifications</a:t>
            </a:r>
          </a:p>
        </p:txBody>
      </p:sp>
    </p:spTree>
    <p:extLst>
      <p:ext uri="{BB962C8B-B14F-4D97-AF65-F5344CB8AC3E}">
        <p14:creationId xmlns:p14="http://schemas.microsoft.com/office/powerpoint/2010/main" val="4201028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Rounded Corners 77">
            <a:extLst>
              <a:ext uri="{FF2B5EF4-FFF2-40B4-BE49-F238E27FC236}">
                <a16:creationId xmlns:a16="http://schemas.microsoft.com/office/drawing/2014/main" id="{6CB548EA-C633-F041-3423-3F9E9EECF86F}"/>
              </a:ext>
            </a:extLst>
          </p:cNvPr>
          <p:cNvSpPr/>
          <p:nvPr/>
        </p:nvSpPr>
        <p:spPr>
          <a:xfrm>
            <a:off x="3996432" y="836417"/>
            <a:ext cx="3227524" cy="41913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9EC2E1E1-EF28-2B18-B94A-1D35E944CDB2}"/>
              </a:ext>
            </a:extLst>
          </p:cNvPr>
          <p:cNvSpPr/>
          <p:nvPr/>
        </p:nvSpPr>
        <p:spPr>
          <a:xfrm>
            <a:off x="16043" y="-43134"/>
            <a:ext cx="12202248" cy="587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472C4">
                    <a:lumMod val="50000"/>
                  </a:srgbClr>
                </a:solidFill>
                <a:effectLst/>
                <a:uLnTx/>
                <a:uFillTx/>
                <a:latin typeface="Graphik Black" panose="020B0A03030202060203" pitchFamily="34" charset="0"/>
                <a:ea typeface="+mn-ea"/>
                <a:cs typeface="+mn-cs"/>
              </a:rPr>
              <a:t>Logical Architecture</a:t>
            </a:r>
          </a:p>
        </p:txBody>
      </p:sp>
      <p:pic>
        <p:nvPicPr>
          <p:cNvPr id="6" name="Picture 5">
            <a:extLst>
              <a:ext uri="{FF2B5EF4-FFF2-40B4-BE49-F238E27FC236}">
                <a16:creationId xmlns:a16="http://schemas.microsoft.com/office/drawing/2014/main" id="{FB8DFF71-2DD7-71A2-F09F-60D72C9CE014}"/>
              </a:ext>
            </a:extLst>
          </p:cNvPr>
          <p:cNvPicPr>
            <a:picLocks noChangeAspect="1"/>
          </p:cNvPicPr>
          <p:nvPr/>
        </p:nvPicPr>
        <p:blipFill>
          <a:blip r:embed="rId2"/>
          <a:stretch>
            <a:fillRect/>
          </a:stretch>
        </p:blipFill>
        <p:spPr>
          <a:xfrm>
            <a:off x="57196" y="1327042"/>
            <a:ext cx="2057506" cy="1612983"/>
          </a:xfrm>
          <a:prstGeom prst="rect">
            <a:avLst/>
          </a:prstGeom>
        </p:spPr>
      </p:pic>
      <p:pic>
        <p:nvPicPr>
          <p:cNvPr id="7" name="Picture 6">
            <a:extLst>
              <a:ext uri="{FF2B5EF4-FFF2-40B4-BE49-F238E27FC236}">
                <a16:creationId xmlns:a16="http://schemas.microsoft.com/office/drawing/2014/main" id="{9B5ED345-7392-F592-2A1D-DA15BEE6B5E7}"/>
              </a:ext>
            </a:extLst>
          </p:cNvPr>
          <p:cNvPicPr>
            <a:picLocks noChangeAspect="1"/>
          </p:cNvPicPr>
          <p:nvPr/>
        </p:nvPicPr>
        <p:blipFill>
          <a:blip r:embed="rId3"/>
          <a:stretch>
            <a:fillRect/>
          </a:stretch>
        </p:blipFill>
        <p:spPr>
          <a:xfrm>
            <a:off x="2153387" y="1433241"/>
            <a:ext cx="1321372" cy="1205624"/>
          </a:xfrm>
          <a:prstGeom prst="rect">
            <a:avLst/>
          </a:prstGeom>
          <a:ln>
            <a:solidFill>
              <a:schemeClr val="accent1"/>
            </a:solidFill>
          </a:ln>
        </p:spPr>
      </p:pic>
      <p:pic>
        <p:nvPicPr>
          <p:cNvPr id="8" name="Picture 4">
            <a:extLst>
              <a:ext uri="{FF2B5EF4-FFF2-40B4-BE49-F238E27FC236}">
                <a16:creationId xmlns:a16="http://schemas.microsoft.com/office/drawing/2014/main" id="{F8D02196-0596-7AB7-3FD3-7E6DCA0FE62F}"/>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767232" y="1355773"/>
            <a:ext cx="1243486" cy="1330357"/>
          </a:xfrm>
          <a:prstGeom prst="rect">
            <a:avLst/>
          </a:prstGeom>
          <a:noFill/>
          <a:extLst>
            <a:ext uri="{909E8E84-426E-40DD-AFC4-6F175D3DCCD1}">
              <a14:hiddenFill xmlns:a14="http://schemas.microsoft.com/office/drawing/2010/main">
                <a:solidFill>
                  <a:srgbClr val="FFFFFF"/>
                </a:solidFill>
              </a14:hiddenFill>
            </a:ext>
          </a:extLst>
        </p:spPr>
      </p:pic>
      <p:sp>
        <p:nvSpPr>
          <p:cNvPr id="9" name="Flowchart: Process 8">
            <a:extLst>
              <a:ext uri="{FF2B5EF4-FFF2-40B4-BE49-F238E27FC236}">
                <a16:creationId xmlns:a16="http://schemas.microsoft.com/office/drawing/2014/main" id="{B5A495C2-B80A-7A3F-49A4-1BE722DF5F9D}"/>
              </a:ext>
            </a:extLst>
          </p:cNvPr>
          <p:cNvSpPr/>
          <p:nvPr/>
        </p:nvSpPr>
        <p:spPr>
          <a:xfrm>
            <a:off x="9580461" y="2929130"/>
            <a:ext cx="1624502" cy="253198"/>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85000"/>
                    <a:lumOff val="15000"/>
                  </a:prstClr>
                </a:solidFill>
                <a:effectLst/>
                <a:uLnTx/>
                <a:uFillTx/>
                <a:latin typeface="Calibri" panose="020F0502020204030204"/>
                <a:ea typeface="+mn-ea"/>
                <a:cs typeface="+mn-cs"/>
              </a:rPr>
              <a:t>Google Maps</a:t>
            </a:r>
          </a:p>
        </p:txBody>
      </p:sp>
      <p:sp>
        <p:nvSpPr>
          <p:cNvPr id="11" name="Flowchart: Process 10">
            <a:extLst>
              <a:ext uri="{FF2B5EF4-FFF2-40B4-BE49-F238E27FC236}">
                <a16:creationId xmlns:a16="http://schemas.microsoft.com/office/drawing/2014/main" id="{33B9CBD1-73B3-C495-C244-D4932CEBC761}"/>
              </a:ext>
            </a:extLst>
          </p:cNvPr>
          <p:cNvSpPr/>
          <p:nvPr/>
        </p:nvSpPr>
        <p:spPr>
          <a:xfrm>
            <a:off x="1989856" y="2805707"/>
            <a:ext cx="1739808" cy="417974"/>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85000"/>
                    <a:lumOff val="15000"/>
                  </a:prstClr>
                </a:solidFill>
                <a:effectLst/>
                <a:uLnTx/>
                <a:uFillTx/>
                <a:latin typeface="Calibri" panose="020F0502020204030204"/>
                <a:ea typeface="+mn-ea"/>
                <a:cs typeface="+mn-cs"/>
              </a:rPr>
              <a:t>Parking Assistance APP</a:t>
            </a:r>
          </a:p>
        </p:txBody>
      </p:sp>
      <p:sp>
        <p:nvSpPr>
          <p:cNvPr id="12" name="Flowchart: Process 11">
            <a:extLst>
              <a:ext uri="{FF2B5EF4-FFF2-40B4-BE49-F238E27FC236}">
                <a16:creationId xmlns:a16="http://schemas.microsoft.com/office/drawing/2014/main" id="{8A46621B-CCC2-473F-4E21-40A9DB1DA7CD}"/>
              </a:ext>
            </a:extLst>
          </p:cNvPr>
          <p:cNvSpPr/>
          <p:nvPr/>
        </p:nvSpPr>
        <p:spPr>
          <a:xfrm>
            <a:off x="117631" y="2979714"/>
            <a:ext cx="1739808" cy="417974"/>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85000"/>
                    <a:lumOff val="15000"/>
                  </a:prstClr>
                </a:solidFill>
                <a:effectLst/>
                <a:uLnTx/>
                <a:uFillTx/>
                <a:latin typeface="Calibri" panose="020F0502020204030204"/>
                <a:ea typeface="+mn-ea"/>
                <a:cs typeface="+mn-cs"/>
              </a:rPr>
              <a:t>User</a:t>
            </a:r>
          </a:p>
        </p:txBody>
      </p:sp>
      <p:pic>
        <p:nvPicPr>
          <p:cNvPr id="14" name="Picture 13">
            <a:extLst>
              <a:ext uri="{FF2B5EF4-FFF2-40B4-BE49-F238E27FC236}">
                <a16:creationId xmlns:a16="http://schemas.microsoft.com/office/drawing/2014/main" id="{47EB2F07-8C05-6D0D-0EDF-7C9108BB594F}"/>
              </a:ext>
            </a:extLst>
          </p:cNvPr>
          <p:cNvPicPr>
            <a:picLocks noChangeAspect="1"/>
          </p:cNvPicPr>
          <p:nvPr/>
        </p:nvPicPr>
        <p:blipFill>
          <a:blip r:embed="rId5"/>
          <a:stretch>
            <a:fillRect/>
          </a:stretch>
        </p:blipFill>
        <p:spPr>
          <a:xfrm>
            <a:off x="8897663" y="5324222"/>
            <a:ext cx="3007654" cy="977950"/>
          </a:xfrm>
          <a:prstGeom prst="rect">
            <a:avLst/>
          </a:prstGeom>
        </p:spPr>
      </p:pic>
      <p:sp>
        <p:nvSpPr>
          <p:cNvPr id="15" name="Flowchart: Process 14">
            <a:extLst>
              <a:ext uri="{FF2B5EF4-FFF2-40B4-BE49-F238E27FC236}">
                <a16:creationId xmlns:a16="http://schemas.microsoft.com/office/drawing/2014/main" id="{5A731D61-A8B1-5303-1B09-2A5D90FCC0D4}"/>
              </a:ext>
            </a:extLst>
          </p:cNvPr>
          <p:cNvSpPr/>
          <p:nvPr/>
        </p:nvSpPr>
        <p:spPr>
          <a:xfrm>
            <a:off x="8404210" y="4284113"/>
            <a:ext cx="1739808" cy="417974"/>
          </a:xfrm>
          <a:prstGeom prst="flowChartProcess">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85000"/>
                    <a:lumOff val="15000"/>
                  </a:prstClr>
                </a:solidFill>
                <a:effectLst/>
                <a:uLnTx/>
                <a:uFillTx/>
                <a:latin typeface="Calibri" panose="020F0502020204030204"/>
                <a:ea typeface="+mn-ea"/>
                <a:cs typeface="+mn-cs"/>
              </a:rPr>
              <a:t>Free Spot</a:t>
            </a:r>
          </a:p>
        </p:txBody>
      </p:sp>
      <p:sp>
        <p:nvSpPr>
          <p:cNvPr id="16" name="Flowchart: Process 15">
            <a:extLst>
              <a:ext uri="{FF2B5EF4-FFF2-40B4-BE49-F238E27FC236}">
                <a16:creationId xmlns:a16="http://schemas.microsoft.com/office/drawing/2014/main" id="{5BC0454C-C98D-9B89-40ED-7B6782932249}"/>
              </a:ext>
            </a:extLst>
          </p:cNvPr>
          <p:cNvSpPr/>
          <p:nvPr/>
        </p:nvSpPr>
        <p:spPr>
          <a:xfrm>
            <a:off x="10293633" y="4297684"/>
            <a:ext cx="1739808" cy="417974"/>
          </a:xfrm>
          <a:prstGeom prst="flowChartProcess">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85000"/>
                    <a:lumOff val="15000"/>
                  </a:prstClr>
                </a:solidFill>
                <a:effectLst/>
                <a:uLnTx/>
                <a:uFillTx/>
                <a:latin typeface="Calibri" panose="020F0502020204030204"/>
                <a:ea typeface="+mn-ea"/>
                <a:cs typeface="+mn-cs"/>
              </a:rPr>
              <a:t>Occupied Spot</a:t>
            </a:r>
          </a:p>
        </p:txBody>
      </p:sp>
      <p:sp>
        <p:nvSpPr>
          <p:cNvPr id="17" name="Arrow: Down 16">
            <a:extLst>
              <a:ext uri="{FF2B5EF4-FFF2-40B4-BE49-F238E27FC236}">
                <a16:creationId xmlns:a16="http://schemas.microsoft.com/office/drawing/2014/main" id="{04EE8311-C7D8-2DB1-5A7B-77BFBDC50D62}"/>
              </a:ext>
            </a:extLst>
          </p:cNvPr>
          <p:cNvSpPr/>
          <p:nvPr/>
        </p:nvSpPr>
        <p:spPr>
          <a:xfrm>
            <a:off x="9061522" y="4964061"/>
            <a:ext cx="490889" cy="2767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B174F1EB-C1A8-2EA6-C659-74BF7EE12A18}"/>
              </a:ext>
            </a:extLst>
          </p:cNvPr>
          <p:cNvSpPr/>
          <p:nvPr/>
        </p:nvSpPr>
        <p:spPr>
          <a:xfrm>
            <a:off x="10857133" y="4974750"/>
            <a:ext cx="490889" cy="2767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Process 18">
            <a:extLst>
              <a:ext uri="{FF2B5EF4-FFF2-40B4-BE49-F238E27FC236}">
                <a16:creationId xmlns:a16="http://schemas.microsoft.com/office/drawing/2014/main" id="{DCAA88D0-C80D-BC9B-FFC0-866755500A37}"/>
              </a:ext>
            </a:extLst>
          </p:cNvPr>
          <p:cNvSpPr/>
          <p:nvPr/>
        </p:nvSpPr>
        <p:spPr>
          <a:xfrm>
            <a:off x="9674750" y="6385605"/>
            <a:ext cx="1624502" cy="253198"/>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85000"/>
                    <a:lumOff val="15000"/>
                  </a:prstClr>
                </a:solidFill>
                <a:effectLst/>
                <a:uLnTx/>
                <a:uFillTx/>
                <a:latin typeface="Calibri" panose="020F0502020204030204"/>
                <a:ea typeface="+mn-ea"/>
                <a:cs typeface="+mn-cs"/>
              </a:rPr>
              <a:t>Parking Lot</a:t>
            </a:r>
          </a:p>
        </p:txBody>
      </p:sp>
      <p:pic>
        <p:nvPicPr>
          <p:cNvPr id="21" name="Picture 20">
            <a:extLst>
              <a:ext uri="{FF2B5EF4-FFF2-40B4-BE49-F238E27FC236}">
                <a16:creationId xmlns:a16="http://schemas.microsoft.com/office/drawing/2014/main" id="{BC65A284-D80B-72AA-8FE7-BE3328755509}"/>
              </a:ext>
            </a:extLst>
          </p:cNvPr>
          <p:cNvPicPr>
            <a:picLocks noChangeAspect="1"/>
          </p:cNvPicPr>
          <p:nvPr/>
        </p:nvPicPr>
        <p:blipFill>
          <a:blip r:embed="rId6"/>
          <a:stretch>
            <a:fillRect/>
          </a:stretch>
        </p:blipFill>
        <p:spPr>
          <a:xfrm>
            <a:off x="8897662" y="1538040"/>
            <a:ext cx="573622" cy="516799"/>
          </a:xfrm>
          <a:prstGeom prst="rect">
            <a:avLst/>
          </a:prstGeom>
        </p:spPr>
      </p:pic>
      <p:pic>
        <p:nvPicPr>
          <p:cNvPr id="26" name="Picture 25">
            <a:extLst>
              <a:ext uri="{FF2B5EF4-FFF2-40B4-BE49-F238E27FC236}">
                <a16:creationId xmlns:a16="http://schemas.microsoft.com/office/drawing/2014/main" id="{86CC7FD5-85F6-DADD-89F7-B20FBF582419}"/>
              </a:ext>
            </a:extLst>
          </p:cNvPr>
          <p:cNvPicPr>
            <a:picLocks noChangeAspect="1"/>
          </p:cNvPicPr>
          <p:nvPr/>
        </p:nvPicPr>
        <p:blipFill>
          <a:blip r:embed="rId7"/>
          <a:stretch>
            <a:fillRect/>
          </a:stretch>
        </p:blipFill>
        <p:spPr>
          <a:xfrm>
            <a:off x="7407828" y="1433241"/>
            <a:ext cx="754857" cy="774948"/>
          </a:xfrm>
          <a:prstGeom prst="rect">
            <a:avLst/>
          </a:prstGeom>
        </p:spPr>
      </p:pic>
      <p:sp>
        <p:nvSpPr>
          <p:cNvPr id="31" name="Rectangle 30">
            <a:extLst>
              <a:ext uri="{FF2B5EF4-FFF2-40B4-BE49-F238E27FC236}">
                <a16:creationId xmlns:a16="http://schemas.microsoft.com/office/drawing/2014/main" id="{5496D23F-E8CA-DE4D-50E2-2727E66EC244}"/>
              </a:ext>
            </a:extLst>
          </p:cNvPr>
          <p:cNvSpPr/>
          <p:nvPr/>
        </p:nvSpPr>
        <p:spPr>
          <a:xfrm>
            <a:off x="8318876" y="4108300"/>
            <a:ext cx="3763743" cy="2530504"/>
          </a:xfrm>
          <a:prstGeom prst="rect">
            <a:avLst/>
          </a:pr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5" name="Rectangle: Rounded Corners 54">
            <a:extLst>
              <a:ext uri="{FF2B5EF4-FFF2-40B4-BE49-F238E27FC236}">
                <a16:creationId xmlns:a16="http://schemas.microsoft.com/office/drawing/2014/main" id="{3C5AB4CB-DB3B-2341-0434-545D033FFD02}"/>
              </a:ext>
            </a:extLst>
          </p:cNvPr>
          <p:cNvSpPr/>
          <p:nvPr/>
        </p:nvSpPr>
        <p:spPr>
          <a:xfrm>
            <a:off x="4259274" y="1107731"/>
            <a:ext cx="2688360" cy="36162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800" dirty="0"/>
          </a:p>
        </p:txBody>
      </p:sp>
      <p:pic>
        <p:nvPicPr>
          <p:cNvPr id="57" name="Picture 56">
            <a:extLst>
              <a:ext uri="{FF2B5EF4-FFF2-40B4-BE49-F238E27FC236}">
                <a16:creationId xmlns:a16="http://schemas.microsoft.com/office/drawing/2014/main" id="{68E6C4E5-10D2-7CE1-4194-84F5DEEA323F}"/>
              </a:ext>
            </a:extLst>
          </p:cNvPr>
          <p:cNvPicPr>
            <a:picLocks noChangeAspect="1"/>
          </p:cNvPicPr>
          <p:nvPr/>
        </p:nvPicPr>
        <p:blipFill>
          <a:blip r:embed="rId8"/>
          <a:stretch>
            <a:fillRect/>
          </a:stretch>
        </p:blipFill>
        <p:spPr>
          <a:xfrm>
            <a:off x="5720593" y="1184145"/>
            <a:ext cx="1034532" cy="385168"/>
          </a:xfrm>
          <a:prstGeom prst="rect">
            <a:avLst/>
          </a:prstGeom>
        </p:spPr>
      </p:pic>
      <p:pic>
        <p:nvPicPr>
          <p:cNvPr id="59" name="Picture 58">
            <a:extLst>
              <a:ext uri="{FF2B5EF4-FFF2-40B4-BE49-F238E27FC236}">
                <a16:creationId xmlns:a16="http://schemas.microsoft.com/office/drawing/2014/main" id="{D56BB4CB-E75F-9C97-E494-B2D0EED12C26}"/>
              </a:ext>
            </a:extLst>
          </p:cNvPr>
          <p:cNvPicPr>
            <a:picLocks noChangeAspect="1"/>
          </p:cNvPicPr>
          <p:nvPr/>
        </p:nvPicPr>
        <p:blipFill>
          <a:blip r:embed="rId9"/>
          <a:stretch>
            <a:fillRect/>
          </a:stretch>
        </p:blipFill>
        <p:spPr>
          <a:xfrm>
            <a:off x="5742282" y="1868029"/>
            <a:ext cx="1013334" cy="436525"/>
          </a:xfrm>
          <a:prstGeom prst="rect">
            <a:avLst/>
          </a:prstGeom>
        </p:spPr>
      </p:pic>
      <p:pic>
        <p:nvPicPr>
          <p:cNvPr id="61" name="Picture 60">
            <a:extLst>
              <a:ext uri="{FF2B5EF4-FFF2-40B4-BE49-F238E27FC236}">
                <a16:creationId xmlns:a16="http://schemas.microsoft.com/office/drawing/2014/main" id="{0C4D2ED9-954A-9DE1-B658-37BC2812BFF6}"/>
              </a:ext>
            </a:extLst>
          </p:cNvPr>
          <p:cNvPicPr>
            <a:picLocks noChangeAspect="1"/>
          </p:cNvPicPr>
          <p:nvPr/>
        </p:nvPicPr>
        <p:blipFill>
          <a:blip r:embed="rId10"/>
          <a:stretch>
            <a:fillRect/>
          </a:stretch>
        </p:blipFill>
        <p:spPr>
          <a:xfrm>
            <a:off x="5703674" y="2592249"/>
            <a:ext cx="1031643" cy="454306"/>
          </a:xfrm>
          <a:prstGeom prst="rect">
            <a:avLst/>
          </a:prstGeom>
        </p:spPr>
      </p:pic>
      <p:pic>
        <p:nvPicPr>
          <p:cNvPr id="63" name="Picture 62">
            <a:extLst>
              <a:ext uri="{FF2B5EF4-FFF2-40B4-BE49-F238E27FC236}">
                <a16:creationId xmlns:a16="http://schemas.microsoft.com/office/drawing/2014/main" id="{DCFAFBFB-2D79-E311-7C06-1FCA002F7D46}"/>
              </a:ext>
            </a:extLst>
          </p:cNvPr>
          <p:cNvPicPr>
            <a:picLocks noChangeAspect="1"/>
          </p:cNvPicPr>
          <p:nvPr/>
        </p:nvPicPr>
        <p:blipFill>
          <a:blip r:embed="rId11"/>
          <a:stretch>
            <a:fillRect/>
          </a:stretch>
        </p:blipFill>
        <p:spPr>
          <a:xfrm>
            <a:off x="5788638" y="3424922"/>
            <a:ext cx="946679" cy="423886"/>
          </a:xfrm>
          <a:prstGeom prst="rect">
            <a:avLst/>
          </a:prstGeom>
        </p:spPr>
      </p:pic>
      <p:pic>
        <p:nvPicPr>
          <p:cNvPr id="65" name="Picture 64">
            <a:extLst>
              <a:ext uri="{FF2B5EF4-FFF2-40B4-BE49-F238E27FC236}">
                <a16:creationId xmlns:a16="http://schemas.microsoft.com/office/drawing/2014/main" id="{18FF9C42-0D51-0BBC-4854-41472F54653C}"/>
              </a:ext>
            </a:extLst>
          </p:cNvPr>
          <p:cNvPicPr>
            <a:picLocks noChangeAspect="1"/>
          </p:cNvPicPr>
          <p:nvPr/>
        </p:nvPicPr>
        <p:blipFill>
          <a:blip r:embed="rId12"/>
          <a:stretch>
            <a:fillRect/>
          </a:stretch>
        </p:blipFill>
        <p:spPr>
          <a:xfrm>
            <a:off x="5780487" y="4219448"/>
            <a:ext cx="905546" cy="360290"/>
          </a:xfrm>
          <a:prstGeom prst="rect">
            <a:avLst/>
          </a:prstGeom>
        </p:spPr>
      </p:pic>
      <p:sp>
        <p:nvSpPr>
          <p:cNvPr id="66" name="Flowchart: Process 65">
            <a:extLst>
              <a:ext uri="{FF2B5EF4-FFF2-40B4-BE49-F238E27FC236}">
                <a16:creationId xmlns:a16="http://schemas.microsoft.com/office/drawing/2014/main" id="{624F1AB7-364A-003F-E8E9-A4A03CCA7D41}"/>
              </a:ext>
            </a:extLst>
          </p:cNvPr>
          <p:cNvSpPr/>
          <p:nvPr/>
        </p:nvSpPr>
        <p:spPr>
          <a:xfrm>
            <a:off x="4564888" y="1196469"/>
            <a:ext cx="946679" cy="363018"/>
          </a:xfrm>
          <a:prstGeom prst="flowChartProcess">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rPr>
              <a:t>SUV</a:t>
            </a:r>
          </a:p>
        </p:txBody>
      </p:sp>
      <p:sp>
        <p:nvSpPr>
          <p:cNvPr id="67" name="Flowchart: Process 66">
            <a:extLst>
              <a:ext uri="{FF2B5EF4-FFF2-40B4-BE49-F238E27FC236}">
                <a16:creationId xmlns:a16="http://schemas.microsoft.com/office/drawing/2014/main" id="{B42393AF-B9B9-3170-B373-E26BD5B3D4D3}"/>
              </a:ext>
            </a:extLst>
          </p:cNvPr>
          <p:cNvSpPr/>
          <p:nvPr/>
        </p:nvSpPr>
        <p:spPr>
          <a:xfrm>
            <a:off x="4567049" y="1881602"/>
            <a:ext cx="946679" cy="448354"/>
          </a:xfrm>
          <a:prstGeom prst="flowChartProcess">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rPr>
              <a:t>Hatchback</a:t>
            </a:r>
          </a:p>
        </p:txBody>
      </p:sp>
      <p:sp>
        <p:nvSpPr>
          <p:cNvPr id="68" name="Flowchart: Process 67">
            <a:extLst>
              <a:ext uri="{FF2B5EF4-FFF2-40B4-BE49-F238E27FC236}">
                <a16:creationId xmlns:a16="http://schemas.microsoft.com/office/drawing/2014/main" id="{4BDFC4CB-DDFE-AFF5-3E91-95E54299A4EB}"/>
              </a:ext>
            </a:extLst>
          </p:cNvPr>
          <p:cNvSpPr/>
          <p:nvPr/>
        </p:nvSpPr>
        <p:spPr>
          <a:xfrm>
            <a:off x="4590286" y="2703535"/>
            <a:ext cx="946679" cy="363018"/>
          </a:xfrm>
          <a:prstGeom prst="flowChartProcess">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rPr>
              <a:t>Sedan</a:t>
            </a:r>
          </a:p>
        </p:txBody>
      </p:sp>
      <p:sp>
        <p:nvSpPr>
          <p:cNvPr id="69" name="Flowchart: Process 68">
            <a:extLst>
              <a:ext uri="{FF2B5EF4-FFF2-40B4-BE49-F238E27FC236}">
                <a16:creationId xmlns:a16="http://schemas.microsoft.com/office/drawing/2014/main" id="{832DD784-0963-03EA-653C-7F79D34E6734}"/>
              </a:ext>
            </a:extLst>
          </p:cNvPr>
          <p:cNvSpPr/>
          <p:nvPr/>
        </p:nvSpPr>
        <p:spPr>
          <a:xfrm>
            <a:off x="4584682" y="3453354"/>
            <a:ext cx="946679" cy="363018"/>
          </a:xfrm>
          <a:prstGeom prst="flowChartProcess">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latin typeface="Calibri" panose="020F0502020204030204"/>
              </a:rPr>
              <a:t>2</a:t>
            </a:r>
            <a:r>
              <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rPr>
              <a:t>-wheeler</a:t>
            </a:r>
          </a:p>
        </p:txBody>
      </p:sp>
      <p:sp>
        <p:nvSpPr>
          <p:cNvPr id="70" name="Flowchart: Process 69">
            <a:extLst>
              <a:ext uri="{FF2B5EF4-FFF2-40B4-BE49-F238E27FC236}">
                <a16:creationId xmlns:a16="http://schemas.microsoft.com/office/drawing/2014/main" id="{03517321-62E9-563D-5BEA-AD9CFED4F2A1}"/>
              </a:ext>
            </a:extLst>
          </p:cNvPr>
          <p:cNvSpPr/>
          <p:nvPr/>
        </p:nvSpPr>
        <p:spPr>
          <a:xfrm>
            <a:off x="4612092" y="4216923"/>
            <a:ext cx="946679" cy="363018"/>
          </a:xfrm>
          <a:prstGeom prst="flowChartProcess">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latin typeface="Calibri" panose="020F0502020204030204"/>
              </a:rPr>
              <a:t>3-</a:t>
            </a:r>
            <a:r>
              <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rPr>
              <a:t>wheeler</a:t>
            </a:r>
          </a:p>
        </p:txBody>
      </p:sp>
      <p:sp>
        <p:nvSpPr>
          <p:cNvPr id="72" name="Circle: Hollow 71">
            <a:extLst>
              <a:ext uri="{FF2B5EF4-FFF2-40B4-BE49-F238E27FC236}">
                <a16:creationId xmlns:a16="http://schemas.microsoft.com/office/drawing/2014/main" id="{7D569FB4-C69A-0DD1-9E55-9901F34B5527}"/>
              </a:ext>
            </a:extLst>
          </p:cNvPr>
          <p:cNvSpPr/>
          <p:nvPr/>
        </p:nvSpPr>
        <p:spPr>
          <a:xfrm>
            <a:off x="4394199" y="2058628"/>
            <a:ext cx="72100" cy="61356"/>
          </a:xfrm>
          <a:prstGeom prst="donu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
        <p:nvSpPr>
          <p:cNvPr id="73" name="Circle: Hollow 72">
            <a:extLst>
              <a:ext uri="{FF2B5EF4-FFF2-40B4-BE49-F238E27FC236}">
                <a16:creationId xmlns:a16="http://schemas.microsoft.com/office/drawing/2014/main" id="{5049E16E-444C-9EA8-408E-67F73F6F5410}"/>
              </a:ext>
            </a:extLst>
          </p:cNvPr>
          <p:cNvSpPr/>
          <p:nvPr/>
        </p:nvSpPr>
        <p:spPr>
          <a:xfrm>
            <a:off x="4397948" y="2842065"/>
            <a:ext cx="72100" cy="61356"/>
          </a:xfrm>
          <a:prstGeom prst="donu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
        <p:nvSpPr>
          <p:cNvPr id="74" name="Circle: Hollow 73">
            <a:extLst>
              <a:ext uri="{FF2B5EF4-FFF2-40B4-BE49-F238E27FC236}">
                <a16:creationId xmlns:a16="http://schemas.microsoft.com/office/drawing/2014/main" id="{B738C33E-E01E-5BB9-D639-A8DB04F2E56F}"/>
              </a:ext>
            </a:extLst>
          </p:cNvPr>
          <p:cNvSpPr/>
          <p:nvPr/>
        </p:nvSpPr>
        <p:spPr>
          <a:xfrm>
            <a:off x="4394199" y="3617273"/>
            <a:ext cx="72100" cy="61356"/>
          </a:xfrm>
          <a:prstGeom prst="donu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
        <p:nvSpPr>
          <p:cNvPr id="75" name="Circle: Hollow 74">
            <a:extLst>
              <a:ext uri="{FF2B5EF4-FFF2-40B4-BE49-F238E27FC236}">
                <a16:creationId xmlns:a16="http://schemas.microsoft.com/office/drawing/2014/main" id="{85CEE153-638D-B1F1-EE19-8D96C8F318B7}"/>
              </a:ext>
            </a:extLst>
          </p:cNvPr>
          <p:cNvSpPr/>
          <p:nvPr/>
        </p:nvSpPr>
        <p:spPr>
          <a:xfrm>
            <a:off x="4407778" y="4357495"/>
            <a:ext cx="72100" cy="61356"/>
          </a:xfrm>
          <a:prstGeom prst="donu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cxnSp>
        <p:nvCxnSpPr>
          <p:cNvPr id="80" name="Straight Connector 79">
            <a:extLst>
              <a:ext uri="{FF2B5EF4-FFF2-40B4-BE49-F238E27FC236}">
                <a16:creationId xmlns:a16="http://schemas.microsoft.com/office/drawing/2014/main" id="{18A10AE9-9E9D-68C6-21E0-865CFB788A7F}"/>
              </a:ext>
            </a:extLst>
          </p:cNvPr>
          <p:cNvCxnSpPr/>
          <p:nvPr/>
        </p:nvCxnSpPr>
        <p:spPr>
          <a:xfrm>
            <a:off x="5437635" y="926953"/>
            <a:ext cx="345117" cy="0"/>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24C4A18-9A3E-F81E-CDBB-1B27FD309697}"/>
              </a:ext>
            </a:extLst>
          </p:cNvPr>
          <p:cNvCxnSpPr/>
          <p:nvPr/>
        </p:nvCxnSpPr>
        <p:spPr>
          <a:xfrm>
            <a:off x="5443521" y="4891408"/>
            <a:ext cx="345117" cy="0"/>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84" name="Circle: Hollow 83">
            <a:extLst>
              <a:ext uri="{FF2B5EF4-FFF2-40B4-BE49-F238E27FC236}">
                <a16:creationId xmlns:a16="http://schemas.microsoft.com/office/drawing/2014/main" id="{BBAF5B2C-D8A0-FB05-E222-13926E148BB3}"/>
              </a:ext>
            </a:extLst>
          </p:cNvPr>
          <p:cNvSpPr/>
          <p:nvPr/>
        </p:nvSpPr>
        <p:spPr>
          <a:xfrm>
            <a:off x="4383390" y="1417229"/>
            <a:ext cx="74441" cy="50820"/>
          </a:xfrm>
          <a:prstGeom prst="donu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
        <p:nvSpPr>
          <p:cNvPr id="5" name="Arrow: Down 4">
            <a:extLst>
              <a:ext uri="{FF2B5EF4-FFF2-40B4-BE49-F238E27FC236}">
                <a16:creationId xmlns:a16="http://schemas.microsoft.com/office/drawing/2014/main" id="{55C74EB2-529A-6126-09F6-929472EBB881}"/>
              </a:ext>
            </a:extLst>
          </p:cNvPr>
          <p:cNvSpPr/>
          <p:nvPr/>
        </p:nvSpPr>
        <p:spPr>
          <a:xfrm>
            <a:off x="10228108" y="3308265"/>
            <a:ext cx="439892" cy="7407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9EA28A6-1A01-27A6-CE9A-97575F9C4614}"/>
              </a:ext>
            </a:extLst>
          </p:cNvPr>
          <p:cNvCxnSpPr>
            <a:cxnSpLocks/>
          </p:cNvCxnSpPr>
          <p:nvPr/>
        </p:nvCxnSpPr>
        <p:spPr>
          <a:xfrm>
            <a:off x="3576803" y="2281797"/>
            <a:ext cx="254123" cy="0"/>
          </a:xfrm>
          <a:prstGeom prst="straightConnector1">
            <a:avLst/>
          </a:prstGeom>
          <a:ln w="38100">
            <a:solidFill>
              <a:srgbClr val="BD001D"/>
            </a:solidFill>
            <a:prstDash val="solid"/>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48A2E795-7529-C8B1-D13B-BC2FBC42FDB6}"/>
              </a:ext>
            </a:extLst>
          </p:cNvPr>
          <p:cNvPicPr>
            <a:picLocks noChangeAspect="1"/>
          </p:cNvPicPr>
          <p:nvPr/>
        </p:nvPicPr>
        <p:blipFill>
          <a:blip r:embed="rId6"/>
          <a:stretch>
            <a:fillRect/>
          </a:stretch>
        </p:blipFill>
        <p:spPr>
          <a:xfrm>
            <a:off x="8927235" y="2122066"/>
            <a:ext cx="573622" cy="516799"/>
          </a:xfrm>
          <a:prstGeom prst="rect">
            <a:avLst/>
          </a:prstGeom>
        </p:spPr>
      </p:pic>
      <p:pic>
        <p:nvPicPr>
          <p:cNvPr id="23" name="Picture 22">
            <a:extLst>
              <a:ext uri="{FF2B5EF4-FFF2-40B4-BE49-F238E27FC236}">
                <a16:creationId xmlns:a16="http://schemas.microsoft.com/office/drawing/2014/main" id="{3566847A-B3FF-BF03-2294-E657F9F12CAF}"/>
              </a:ext>
            </a:extLst>
          </p:cNvPr>
          <p:cNvPicPr>
            <a:picLocks noChangeAspect="1"/>
          </p:cNvPicPr>
          <p:nvPr/>
        </p:nvPicPr>
        <p:blipFill>
          <a:blip r:embed="rId6"/>
          <a:stretch>
            <a:fillRect/>
          </a:stretch>
        </p:blipFill>
        <p:spPr>
          <a:xfrm>
            <a:off x="8927235" y="2744931"/>
            <a:ext cx="573622" cy="516799"/>
          </a:xfrm>
          <a:prstGeom prst="rect">
            <a:avLst/>
          </a:prstGeom>
        </p:spPr>
      </p:pic>
      <p:cxnSp>
        <p:nvCxnSpPr>
          <p:cNvPr id="25" name="Straight Arrow Connector 24">
            <a:extLst>
              <a:ext uri="{FF2B5EF4-FFF2-40B4-BE49-F238E27FC236}">
                <a16:creationId xmlns:a16="http://schemas.microsoft.com/office/drawing/2014/main" id="{45F4F3B5-A8FB-3D31-3D2A-85302AF0DC02}"/>
              </a:ext>
            </a:extLst>
          </p:cNvPr>
          <p:cNvCxnSpPr>
            <a:cxnSpLocks/>
          </p:cNvCxnSpPr>
          <p:nvPr/>
        </p:nvCxnSpPr>
        <p:spPr>
          <a:xfrm>
            <a:off x="7349067" y="2500335"/>
            <a:ext cx="889066" cy="0"/>
          </a:xfrm>
          <a:prstGeom prst="straightConnector1">
            <a:avLst/>
          </a:prstGeom>
          <a:ln w="57150">
            <a:headEnd type="triangle"/>
            <a:tailEnd type="triangle"/>
          </a:ln>
        </p:spPr>
        <p:style>
          <a:lnRef idx="1">
            <a:schemeClr val="accent2"/>
          </a:lnRef>
          <a:fillRef idx="0">
            <a:schemeClr val="accent2"/>
          </a:fillRef>
          <a:effectRef idx="0">
            <a:schemeClr val="accent2"/>
          </a:effectRef>
          <a:fontRef idx="minor">
            <a:schemeClr val="tx1"/>
          </a:fontRef>
        </p:style>
      </p:cxnSp>
      <p:sp>
        <p:nvSpPr>
          <p:cNvPr id="32" name="Rectangle 31">
            <a:extLst>
              <a:ext uri="{FF2B5EF4-FFF2-40B4-BE49-F238E27FC236}">
                <a16:creationId xmlns:a16="http://schemas.microsoft.com/office/drawing/2014/main" id="{D165020E-5785-4291-3FB0-3DB2FA67A642}"/>
              </a:ext>
            </a:extLst>
          </p:cNvPr>
          <p:cNvSpPr/>
          <p:nvPr/>
        </p:nvSpPr>
        <p:spPr>
          <a:xfrm>
            <a:off x="8238133" y="619765"/>
            <a:ext cx="3896671" cy="6200090"/>
          </a:xfrm>
          <a:prstGeom prst="rect">
            <a:avLst/>
          </a:prstGeom>
          <a:noFill/>
          <a:ln>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899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42"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1000"/>
                                        <p:tgtEl>
                                          <p:spTgt spid="31"/>
                                        </p:tgtEl>
                                      </p:cBhvr>
                                    </p:animEffect>
                                    <p:anim calcmode="lin" valueType="num">
                                      <p:cBhvr>
                                        <p:cTn id="16" dur="1000" fill="hold"/>
                                        <p:tgtEl>
                                          <p:spTgt spid="31"/>
                                        </p:tgtEl>
                                        <p:attrNameLst>
                                          <p:attrName>ppt_x</p:attrName>
                                        </p:attrNameLst>
                                      </p:cBhvr>
                                      <p:tavLst>
                                        <p:tav tm="0">
                                          <p:val>
                                            <p:strVal val="#ppt_x"/>
                                          </p:val>
                                        </p:tav>
                                        <p:tav tm="100000">
                                          <p:val>
                                            <p:strVal val="#ppt_x"/>
                                          </p:val>
                                        </p:tav>
                                      </p:tavLst>
                                    </p:anim>
                                    <p:anim calcmode="lin" valueType="num">
                                      <p:cBhvr>
                                        <p:cTn id="17" dur="1000" fill="hold"/>
                                        <p:tgtEl>
                                          <p:spTgt spid="31"/>
                                        </p:tgtEl>
                                        <p:attrNameLst>
                                          <p:attrName>ppt_y</p:attrName>
                                        </p:attrNameLst>
                                      </p:cBhvr>
                                      <p:tavLst>
                                        <p:tav tm="0">
                                          <p:val>
                                            <p:strVal val="#ppt_y+.1"/>
                                          </p:val>
                                        </p:tav>
                                        <p:tav tm="100000">
                                          <p:val>
                                            <p:strVal val="#ppt_y"/>
                                          </p:val>
                                        </p:tav>
                                      </p:tavLst>
                                    </p:anim>
                                  </p:childTnLst>
                                </p:cTn>
                              </p:par>
                              <p:par>
                                <p:cTn id="18" presetID="1" presetClass="entr" presetSubtype="0" fill="hold" grpId="0" nodeType="withEffect">
                                  <p:stCondLst>
                                    <p:cond delay="0"/>
                                  </p:stCondLst>
                                  <p:childTnLst>
                                    <p:set>
                                      <p:cBhvr>
                                        <p:cTn id="19" dur="1" fill="hold">
                                          <p:stCondLst>
                                            <p:cond delay="0"/>
                                          </p:stCondLst>
                                        </p:cTn>
                                        <p:tgtEl>
                                          <p:spTgt spid="6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70"/>
                                        </p:tgtEl>
                                        <p:attrNameLst>
                                          <p:attrName>style.visibility</p:attrName>
                                        </p:attrNameLst>
                                      </p:cBhvr>
                                      <p:to>
                                        <p:strVal val="visible"/>
                                      </p:to>
                                    </p:se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5" grpId="0" animBg="1"/>
      <p:bldP spid="16" grpId="0" animBg="1"/>
      <p:bldP spid="31" grpId="0" animBg="1"/>
      <p:bldP spid="66" grpId="0" animBg="1"/>
      <p:bldP spid="67" grpId="0" animBg="1"/>
      <p:bldP spid="68" grpId="0" animBg="1"/>
      <p:bldP spid="69" grpId="0" animBg="1"/>
      <p:bldP spid="7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00360" y="862978"/>
            <a:ext cx="5086535" cy="582938"/>
            <a:chOff x="0" y="-28575"/>
            <a:chExt cx="3541058" cy="405820"/>
          </a:xfrm>
        </p:grpSpPr>
        <p:sp>
          <p:nvSpPr>
            <p:cNvPr id="3" name="Freeform 3"/>
            <p:cNvSpPr/>
            <p:nvPr/>
          </p:nvSpPr>
          <p:spPr>
            <a:xfrm>
              <a:off x="0" y="0"/>
              <a:ext cx="3541058" cy="377245"/>
            </a:xfrm>
            <a:custGeom>
              <a:avLst/>
              <a:gdLst/>
              <a:ahLst/>
              <a:cxnLst/>
              <a:rect l="l" t="t" r="r" b="b"/>
              <a:pathLst>
                <a:path w="3541058" h="377245">
                  <a:moveTo>
                    <a:pt x="0" y="0"/>
                  </a:moveTo>
                  <a:lnTo>
                    <a:pt x="3541058" y="0"/>
                  </a:lnTo>
                  <a:lnTo>
                    <a:pt x="3541058" y="377245"/>
                  </a:lnTo>
                  <a:lnTo>
                    <a:pt x="0" y="377245"/>
                  </a:lnTo>
                  <a:close/>
                </a:path>
              </a:pathLst>
            </a:custGeom>
            <a:solidFill>
              <a:srgbClr val="C1FF72"/>
            </a:solidFill>
            <a:ln w="19050">
              <a:solidFill>
                <a:srgbClr val="000000"/>
              </a:solidFill>
            </a:ln>
          </p:spPr>
          <p:txBody>
            <a:bodyPr/>
            <a:lstStyle/>
            <a:p>
              <a:pPr defTabSz="609630"/>
              <a:endParaRPr lang="en-IN" sz="1200">
                <a:solidFill>
                  <a:prstClr val="black"/>
                </a:solidFill>
                <a:latin typeface="Calibri"/>
              </a:endParaRPr>
            </a:p>
          </p:txBody>
        </p:sp>
        <p:sp>
          <p:nvSpPr>
            <p:cNvPr id="4" name="TextBox 4"/>
            <p:cNvSpPr txBox="1"/>
            <p:nvPr/>
          </p:nvSpPr>
          <p:spPr>
            <a:xfrm>
              <a:off x="0" y="-28575"/>
              <a:ext cx="3541007" cy="396562"/>
            </a:xfrm>
            <a:prstGeom prst="rect">
              <a:avLst/>
            </a:prstGeom>
          </p:spPr>
          <p:txBody>
            <a:bodyPr lIns="19219" tIns="19219" rIns="19219" bIns="19219" rtlCol="0" anchor="ctr"/>
            <a:lstStyle/>
            <a:p>
              <a:pPr algn="ctr" defTabSz="609630">
                <a:lnSpc>
                  <a:spcPts val="1589"/>
                </a:lnSpc>
              </a:pPr>
              <a:r>
                <a:rPr lang="en-US" sz="1135" dirty="0">
                  <a:solidFill>
                    <a:srgbClr val="000000"/>
                  </a:solidFill>
                  <a:latin typeface="Canva Sans Bold"/>
                </a:rPr>
                <a:t>Android App User Interface</a:t>
              </a:r>
            </a:p>
            <a:p>
              <a:pPr algn="ctr" defTabSz="609630">
                <a:lnSpc>
                  <a:spcPts val="1059"/>
                </a:lnSpc>
                <a:spcBef>
                  <a:spcPct val="0"/>
                </a:spcBef>
              </a:pPr>
              <a:r>
                <a:rPr lang="en-US" sz="756" dirty="0">
                  <a:solidFill>
                    <a:srgbClr val="000000"/>
                  </a:solidFill>
                  <a:latin typeface="Canva Sans Bold"/>
                </a:rPr>
                <a:t> </a:t>
              </a:r>
              <a:r>
                <a:rPr lang="en-US" sz="756" dirty="0">
                  <a:solidFill>
                    <a:srgbClr val="000000"/>
                  </a:solidFill>
                  <a:latin typeface="Canva Sans"/>
                </a:rPr>
                <a:t>Handles user interactions, such as selecting a parking spot, registering an empty parking spot, and initiating navigation</a:t>
              </a:r>
            </a:p>
          </p:txBody>
        </p:sp>
      </p:grpSp>
      <p:sp>
        <p:nvSpPr>
          <p:cNvPr id="5" name="Freeform 5"/>
          <p:cNvSpPr/>
          <p:nvPr/>
        </p:nvSpPr>
        <p:spPr>
          <a:xfrm>
            <a:off x="3217753" y="921805"/>
            <a:ext cx="413833" cy="533979"/>
          </a:xfrm>
          <a:custGeom>
            <a:avLst/>
            <a:gdLst/>
            <a:ahLst/>
            <a:cxnLst/>
            <a:rect l="l" t="t" r="r" b="b"/>
            <a:pathLst>
              <a:path w="620750" h="800968">
                <a:moveTo>
                  <a:pt x="0" y="0"/>
                </a:moveTo>
                <a:lnTo>
                  <a:pt x="620750" y="0"/>
                </a:lnTo>
                <a:lnTo>
                  <a:pt x="620750" y="800968"/>
                </a:lnTo>
                <a:lnTo>
                  <a:pt x="0" y="800968"/>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pPr defTabSz="609630"/>
            <a:endParaRPr lang="en-IN" sz="1200">
              <a:solidFill>
                <a:prstClr val="black"/>
              </a:solidFill>
              <a:latin typeface="Calibri"/>
            </a:endParaRPr>
          </a:p>
        </p:txBody>
      </p:sp>
      <p:sp>
        <p:nvSpPr>
          <p:cNvPr id="6" name="TextBox 6"/>
          <p:cNvSpPr txBox="1"/>
          <p:nvPr/>
        </p:nvSpPr>
        <p:spPr>
          <a:xfrm>
            <a:off x="3217828" y="1499436"/>
            <a:ext cx="413758" cy="187039"/>
          </a:xfrm>
          <a:prstGeom prst="rect">
            <a:avLst/>
          </a:prstGeom>
        </p:spPr>
        <p:txBody>
          <a:bodyPr wrap="square" lIns="0" tIns="0" rIns="0" bIns="0" rtlCol="0" anchor="t">
            <a:spAutoFit/>
          </a:bodyPr>
          <a:lstStyle/>
          <a:p>
            <a:pPr algn="ctr" defTabSz="609630">
              <a:lnSpc>
                <a:spcPts val="1589"/>
              </a:lnSpc>
            </a:pPr>
            <a:r>
              <a:rPr lang="en-US" sz="1135">
                <a:solidFill>
                  <a:srgbClr val="000000"/>
                </a:solidFill>
                <a:latin typeface="Canva Sans"/>
              </a:rPr>
              <a:t>User</a:t>
            </a:r>
          </a:p>
        </p:txBody>
      </p:sp>
      <p:grpSp>
        <p:nvGrpSpPr>
          <p:cNvPr id="7" name="Group 7"/>
          <p:cNvGrpSpPr/>
          <p:nvPr/>
        </p:nvGrpSpPr>
        <p:grpSpPr>
          <a:xfrm>
            <a:off x="4100432" y="1571063"/>
            <a:ext cx="5086463" cy="455455"/>
            <a:chOff x="0" y="-28575"/>
            <a:chExt cx="3541007" cy="317071"/>
          </a:xfrm>
        </p:grpSpPr>
        <p:sp>
          <p:nvSpPr>
            <p:cNvPr id="8" name="Freeform 8"/>
            <p:cNvSpPr/>
            <p:nvPr/>
          </p:nvSpPr>
          <p:spPr>
            <a:xfrm>
              <a:off x="0" y="0"/>
              <a:ext cx="3541007" cy="284445"/>
            </a:xfrm>
            <a:custGeom>
              <a:avLst/>
              <a:gdLst/>
              <a:ahLst/>
              <a:cxnLst/>
              <a:rect l="l" t="t" r="r" b="b"/>
              <a:pathLst>
                <a:path w="3541007" h="284445">
                  <a:moveTo>
                    <a:pt x="0" y="0"/>
                  </a:moveTo>
                  <a:lnTo>
                    <a:pt x="3541007" y="0"/>
                  </a:lnTo>
                  <a:lnTo>
                    <a:pt x="3541007" y="284445"/>
                  </a:lnTo>
                  <a:lnTo>
                    <a:pt x="0" y="284445"/>
                  </a:lnTo>
                  <a:close/>
                </a:path>
              </a:pathLst>
            </a:custGeom>
            <a:solidFill>
              <a:srgbClr val="C1FF72"/>
            </a:solidFill>
            <a:ln w="19050">
              <a:solidFill>
                <a:srgbClr val="000000"/>
              </a:solidFill>
            </a:ln>
          </p:spPr>
          <p:txBody>
            <a:bodyPr/>
            <a:lstStyle/>
            <a:p>
              <a:pPr defTabSz="609630"/>
              <a:endParaRPr lang="en-IN" sz="1200">
                <a:solidFill>
                  <a:prstClr val="black"/>
                </a:solidFill>
                <a:latin typeface="Calibri"/>
              </a:endParaRPr>
            </a:p>
          </p:txBody>
        </p:sp>
        <p:sp>
          <p:nvSpPr>
            <p:cNvPr id="9" name="TextBox 9"/>
            <p:cNvSpPr txBox="1"/>
            <p:nvPr/>
          </p:nvSpPr>
          <p:spPr>
            <a:xfrm>
              <a:off x="0" y="-28575"/>
              <a:ext cx="3541007" cy="317071"/>
            </a:xfrm>
            <a:prstGeom prst="rect">
              <a:avLst/>
            </a:prstGeom>
          </p:spPr>
          <p:txBody>
            <a:bodyPr lIns="19219" tIns="19219" rIns="19219" bIns="19219" rtlCol="0" anchor="ctr"/>
            <a:lstStyle/>
            <a:p>
              <a:pPr algn="ctr" defTabSz="609630">
                <a:lnSpc>
                  <a:spcPts val="1589"/>
                </a:lnSpc>
              </a:pPr>
              <a:r>
                <a:rPr lang="en-US" sz="1135" dirty="0" err="1">
                  <a:solidFill>
                    <a:srgbClr val="000000"/>
                  </a:solidFill>
                  <a:latin typeface="Canva Sans Bold"/>
                </a:rPr>
                <a:t>MainActivity</a:t>
              </a:r>
              <a:r>
                <a:rPr lang="en-US" sz="1135" dirty="0">
                  <a:solidFill>
                    <a:srgbClr val="000000"/>
                  </a:solidFill>
                  <a:latin typeface="Canva Sans Bold"/>
                </a:rPr>
                <a:t> </a:t>
              </a:r>
            </a:p>
            <a:p>
              <a:pPr algn="ctr" defTabSz="609630">
                <a:lnSpc>
                  <a:spcPts val="1059"/>
                </a:lnSpc>
                <a:spcBef>
                  <a:spcPct val="0"/>
                </a:spcBef>
              </a:pPr>
              <a:r>
                <a:rPr lang="en-US" sz="756" dirty="0">
                  <a:solidFill>
                    <a:srgbClr val="000000"/>
                  </a:solidFill>
                  <a:latin typeface="Canva Sans"/>
                </a:rPr>
                <a:t>The main activity of the app that manages the user interface and user interactions</a:t>
              </a:r>
            </a:p>
          </p:txBody>
        </p:sp>
      </p:grpSp>
      <p:grpSp>
        <p:nvGrpSpPr>
          <p:cNvPr id="10" name="Group 10"/>
          <p:cNvGrpSpPr/>
          <p:nvPr/>
        </p:nvGrpSpPr>
        <p:grpSpPr>
          <a:xfrm>
            <a:off x="6787683" y="3251735"/>
            <a:ext cx="2439373" cy="1305075"/>
            <a:chOff x="-27959" y="-201789"/>
            <a:chExt cx="1698201" cy="841375"/>
          </a:xfrm>
        </p:grpSpPr>
        <p:sp>
          <p:nvSpPr>
            <p:cNvPr id="11" name="Freeform 11"/>
            <p:cNvSpPr/>
            <p:nvPr/>
          </p:nvSpPr>
          <p:spPr>
            <a:xfrm>
              <a:off x="0" y="0"/>
              <a:ext cx="1642284" cy="470045"/>
            </a:xfrm>
            <a:custGeom>
              <a:avLst/>
              <a:gdLst/>
              <a:ahLst/>
              <a:cxnLst/>
              <a:rect l="l" t="t" r="r" b="b"/>
              <a:pathLst>
                <a:path w="1642284" h="470045">
                  <a:moveTo>
                    <a:pt x="0" y="0"/>
                  </a:moveTo>
                  <a:lnTo>
                    <a:pt x="1642284" y="0"/>
                  </a:lnTo>
                  <a:lnTo>
                    <a:pt x="1642284" y="470045"/>
                  </a:lnTo>
                  <a:lnTo>
                    <a:pt x="0" y="470045"/>
                  </a:lnTo>
                  <a:close/>
                </a:path>
              </a:pathLst>
            </a:custGeom>
            <a:solidFill>
              <a:srgbClr val="C1FF72"/>
            </a:solidFill>
            <a:ln w="19050">
              <a:solidFill>
                <a:srgbClr val="000000"/>
              </a:solidFill>
            </a:ln>
          </p:spPr>
          <p:txBody>
            <a:bodyPr/>
            <a:lstStyle/>
            <a:p>
              <a:pPr defTabSz="609630"/>
              <a:endParaRPr lang="en-IN" sz="1200">
                <a:solidFill>
                  <a:prstClr val="black"/>
                </a:solidFill>
                <a:latin typeface="Calibri"/>
              </a:endParaRPr>
            </a:p>
          </p:txBody>
        </p:sp>
        <p:sp>
          <p:nvSpPr>
            <p:cNvPr id="12" name="TextBox 12"/>
            <p:cNvSpPr txBox="1"/>
            <p:nvPr/>
          </p:nvSpPr>
          <p:spPr>
            <a:xfrm>
              <a:off x="-27959" y="-201789"/>
              <a:ext cx="1698201" cy="841375"/>
            </a:xfrm>
            <a:prstGeom prst="rect">
              <a:avLst/>
            </a:prstGeom>
          </p:spPr>
          <p:txBody>
            <a:bodyPr lIns="19219" tIns="19219" rIns="19219" bIns="19219" rtlCol="0" anchor="ctr"/>
            <a:lstStyle/>
            <a:p>
              <a:pPr algn="ctr" defTabSz="609630">
                <a:lnSpc>
                  <a:spcPts val="1589"/>
                </a:lnSpc>
              </a:pPr>
              <a:r>
                <a:rPr lang="en-US" sz="1135" dirty="0">
                  <a:solidFill>
                    <a:srgbClr val="000000"/>
                  </a:solidFill>
                  <a:latin typeface="Canva Sans Bold"/>
                </a:rPr>
                <a:t>Location Services</a:t>
              </a:r>
            </a:p>
            <a:p>
              <a:pPr algn="ctr" defTabSz="609630">
                <a:lnSpc>
                  <a:spcPts val="1059"/>
                </a:lnSpc>
                <a:spcBef>
                  <a:spcPct val="0"/>
                </a:spcBef>
              </a:pPr>
              <a:r>
                <a:rPr lang="en-US" sz="756" dirty="0">
                  <a:solidFill>
                    <a:srgbClr val="000000"/>
                  </a:solidFill>
                  <a:latin typeface="Canva Sans"/>
                </a:rPr>
                <a:t>Android's Location Provider API to retrieve the user's current location</a:t>
              </a:r>
            </a:p>
          </p:txBody>
        </p:sp>
      </p:grpSp>
      <p:grpSp>
        <p:nvGrpSpPr>
          <p:cNvPr id="13" name="Group 13"/>
          <p:cNvGrpSpPr/>
          <p:nvPr/>
        </p:nvGrpSpPr>
        <p:grpSpPr>
          <a:xfrm>
            <a:off x="3393322" y="4273834"/>
            <a:ext cx="3522884" cy="752235"/>
            <a:chOff x="11747" y="-46115"/>
            <a:chExt cx="1988228" cy="472528"/>
          </a:xfrm>
        </p:grpSpPr>
        <p:sp>
          <p:nvSpPr>
            <p:cNvPr id="14" name="Freeform 14"/>
            <p:cNvSpPr/>
            <p:nvPr/>
          </p:nvSpPr>
          <p:spPr>
            <a:xfrm>
              <a:off x="11747" y="-46115"/>
              <a:ext cx="1988228" cy="472528"/>
            </a:xfrm>
            <a:custGeom>
              <a:avLst/>
              <a:gdLst/>
              <a:ahLst/>
              <a:cxnLst/>
              <a:rect l="l" t="t" r="r" b="b"/>
              <a:pathLst>
                <a:path w="1988228" h="472528">
                  <a:moveTo>
                    <a:pt x="0" y="0"/>
                  </a:moveTo>
                  <a:lnTo>
                    <a:pt x="1988228" y="0"/>
                  </a:lnTo>
                  <a:lnTo>
                    <a:pt x="1988228" y="472528"/>
                  </a:lnTo>
                  <a:lnTo>
                    <a:pt x="0" y="472528"/>
                  </a:lnTo>
                  <a:close/>
                </a:path>
              </a:pathLst>
            </a:custGeom>
            <a:solidFill>
              <a:srgbClr val="C1FF72"/>
            </a:solidFill>
            <a:ln w="19050">
              <a:solidFill>
                <a:srgbClr val="000000"/>
              </a:solidFill>
            </a:ln>
          </p:spPr>
          <p:txBody>
            <a:bodyPr/>
            <a:lstStyle/>
            <a:p>
              <a:pPr defTabSz="609630"/>
              <a:endParaRPr lang="en-IN" sz="1200">
                <a:solidFill>
                  <a:prstClr val="black"/>
                </a:solidFill>
                <a:latin typeface="Calibri"/>
              </a:endParaRPr>
            </a:p>
          </p:txBody>
        </p:sp>
        <p:sp>
          <p:nvSpPr>
            <p:cNvPr id="15" name="TextBox 15"/>
            <p:cNvSpPr txBox="1"/>
            <p:nvPr/>
          </p:nvSpPr>
          <p:spPr>
            <a:xfrm>
              <a:off x="51107" y="38478"/>
              <a:ext cx="1898999" cy="194318"/>
            </a:xfrm>
            <a:prstGeom prst="rect">
              <a:avLst/>
            </a:prstGeom>
          </p:spPr>
          <p:txBody>
            <a:bodyPr lIns="19219" tIns="19219" rIns="19219" bIns="19219" rtlCol="0" anchor="ctr"/>
            <a:lstStyle/>
            <a:p>
              <a:pPr algn="ctr" defTabSz="609630">
                <a:lnSpc>
                  <a:spcPts val="1589"/>
                </a:lnSpc>
              </a:pPr>
              <a:r>
                <a:rPr lang="en-US" sz="1135" dirty="0">
                  <a:solidFill>
                    <a:srgbClr val="000000"/>
                  </a:solidFill>
                  <a:latin typeface="Canva Sans Bold"/>
                </a:rPr>
                <a:t>Repository</a:t>
              </a:r>
            </a:p>
            <a:p>
              <a:pPr defTabSz="609630">
                <a:lnSpc>
                  <a:spcPts val="1059"/>
                </a:lnSpc>
                <a:spcBef>
                  <a:spcPct val="0"/>
                </a:spcBef>
              </a:pPr>
              <a:r>
                <a:rPr lang="en-US" sz="756" dirty="0">
                  <a:solidFill>
                    <a:srgbClr val="000000"/>
                  </a:solidFill>
                  <a:latin typeface="Canva Sans"/>
                </a:rPr>
                <a:t>Acts as a single source of truth for data management. It abstracts the data sources (local database, network) from the </a:t>
              </a:r>
              <a:r>
                <a:rPr lang="en-US" sz="756" dirty="0" err="1">
                  <a:solidFill>
                    <a:srgbClr val="000000"/>
                  </a:solidFill>
                  <a:latin typeface="Canva Sans"/>
                </a:rPr>
                <a:t>ViewModel</a:t>
              </a:r>
              <a:r>
                <a:rPr lang="en-US" sz="756" dirty="0">
                  <a:solidFill>
                    <a:srgbClr val="000000"/>
                  </a:solidFill>
                  <a:latin typeface="Canva Sans"/>
                </a:rPr>
                <a:t> and provides clean data to the UI</a:t>
              </a:r>
            </a:p>
          </p:txBody>
        </p:sp>
      </p:grpSp>
      <p:sp>
        <p:nvSpPr>
          <p:cNvPr id="16" name="AutoShape 16"/>
          <p:cNvSpPr/>
          <p:nvPr/>
        </p:nvSpPr>
        <p:spPr>
          <a:xfrm flipV="1">
            <a:off x="3536926" y="1174970"/>
            <a:ext cx="515309" cy="5229"/>
          </a:xfrm>
          <a:prstGeom prst="line">
            <a:avLst/>
          </a:prstGeom>
          <a:ln w="19050" cap="flat">
            <a:solidFill>
              <a:srgbClr val="000000"/>
            </a:solidFill>
            <a:prstDash val="solid"/>
            <a:headEnd type="arrow" w="med" len="sm"/>
            <a:tailEnd type="arrow" w="med" len="sm"/>
          </a:ln>
        </p:spPr>
        <p:txBody>
          <a:bodyPr/>
          <a:lstStyle/>
          <a:p>
            <a:pPr defTabSz="609630"/>
            <a:endParaRPr lang="en-IN" sz="1200">
              <a:solidFill>
                <a:prstClr val="black"/>
              </a:solidFill>
              <a:latin typeface="Calibri"/>
            </a:endParaRPr>
          </a:p>
        </p:txBody>
      </p:sp>
      <p:sp>
        <p:nvSpPr>
          <p:cNvPr id="17" name="TextBox 17"/>
          <p:cNvSpPr txBox="1"/>
          <p:nvPr/>
        </p:nvSpPr>
        <p:spPr>
          <a:xfrm>
            <a:off x="6715271" y="2036826"/>
            <a:ext cx="221607" cy="127856"/>
          </a:xfrm>
          <a:prstGeom prst="rect">
            <a:avLst/>
          </a:prstGeom>
        </p:spPr>
        <p:txBody>
          <a:bodyPr lIns="0" tIns="0" rIns="0" bIns="0" rtlCol="0" anchor="t">
            <a:spAutoFit/>
          </a:bodyPr>
          <a:lstStyle/>
          <a:p>
            <a:pPr algn="ctr" defTabSz="609630">
              <a:lnSpc>
                <a:spcPts val="1059"/>
              </a:lnSpc>
            </a:pPr>
            <a:r>
              <a:rPr lang="en-US" sz="756">
                <a:solidFill>
                  <a:srgbClr val="000000"/>
                </a:solidFill>
                <a:latin typeface="Canva Sans"/>
              </a:rPr>
              <a:t>Uses</a:t>
            </a:r>
          </a:p>
        </p:txBody>
      </p:sp>
      <p:sp>
        <p:nvSpPr>
          <p:cNvPr id="18" name="AutoShape 18"/>
          <p:cNvSpPr/>
          <p:nvPr/>
        </p:nvSpPr>
        <p:spPr>
          <a:xfrm>
            <a:off x="6628151" y="2013542"/>
            <a:ext cx="0" cy="204627"/>
          </a:xfrm>
          <a:prstGeom prst="line">
            <a:avLst/>
          </a:prstGeom>
          <a:ln w="19050" cap="flat">
            <a:solidFill>
              <a:srgbClr val="000000"/>
            </a:solidFill>
            <a:prstDash val="solid"/>
            <a:headEnd type="none" w="sm" len="sm"/>
            <a:tailEnd type="arrow" w="med" len="sm"/>
          </a:ln>
        </p:spPr>
        <p:txBody>
          <a:bodyPr/>
          <a:lstStyle/>
          <a:p>
            <a:pPr defTabSz="609630"/>
            <a:endParaRPr lang="en-IN" sz="1200">
              <a:solidFill>
                <a:prstClr val="black"/>
              </a:solidFill>
              <a:latin typeface="Calibri"/>
            </a:endParaRPr>
          </a:p>
        </p:txBody>
      </p:sp>
      <p:grpSp>
        <p:nvGrpSpPr>
          <p:cNvPr id="19" name="Group 19"/>
          <p:cNvGrpSpPr/>
          <p:nvPr/>
        </p:nvGrpSpPr>
        <p:grpSpPr>
          <a:xfrm>
            <a:off x="4100432" y="2177122"/>
            <a:ext cx="5086463" cy="1208589"/>
            <a:chOff x="0" y="-28575"/>
            <a:chExt cx="3541007" cy="841375"/>
          </a:xfrm>
        </p:grpSpPr>
        <p:sp>
          <p:nvSpPr>
            <p:cNvPr id="20" name="Freeform 20"/>
            <p:cNvSpPr/>
            <p:nvPr/>
          </p:nvSpPr>
          <p:spPr>
            <a:xfrm>
              <a:off x="0" y="0"/>
              <a:ext cx="3541007" cy="586111"/>
            </a:xfrm>
            <a:custGeom>
              <a:avLst/>
              <a:gdLst/>
              <a:ahLst/>
              <a:cxnLst/>
              <a:rect l="l" t="t" r="r" b="b"/>
              <a:pathLst>
                <a:path w="3541007" h="586111">
                  <a:moveTo>
                    <a:pt x="0" y="0"/>
                  </a:moveTo>
                  <a:lnTo>
                    <a:pt x="3541007" y="0"/>
                  </a:lnTo>
                  <a:lnTo>
                    <a:pt x="3541007" y="586111"/>
                  </a:lnTo>
                  <a:lnTo>
                    <a:pt x="0" y="586111"/>
                  </a:lnTo>
                  <a:close/>
                </a:path>
              </a:pathLst>
            </a:custGeom>
            <a:solidFill>
              <a:srgbClr val="C1FF72"/>
            </a:solidFill>
            <a:ln w="19050">
              <a:solidFill>
                <a:srgbClr val="000000"/>
              </a:solidFill>
            </a:ln>
          </p:spPr>
          <p:txBody>
            <a:bodyPr/>
            <a:lstStyle/>
            <a:p>
              <a:pPr defTabSz="609630"/>
              <a:endParaRPr lang="en-IN" sz="1200">
                <a:solidFill>
                  <a:prstClr val="black"/>
                </a:solidFill>
                <a:latin typeface="Calibri"/>
              </a:endParaRPr>
            </a:p>
          </p:txBody>
        </p:sp>
        <p:sp>
          <p:nvSpPr>
            <p:cNvPr id="21" name="TextBox 21"/>
            <p:cNvSpPr txBox="1"/>
            <p:nvPr/>
          </p:nvSpPr>
          <p:spPr>
            <a:xfrm>
              <a:off x="0" y="-28575"/>
              <a:ext cx="3541007" cy="841375"/>
            </a:xfrm>
            <a:prstGeom prst="rect">
              <a:avLst/>
            </a:prstGeom>
          </p:spPr>
          <p:txBody>
            <a:bodyPr lIns="19219" tIns="19219" rIns="19219" bIns="19219" rtlCol="0" anchor="ctr"/>
            <a:lstStyle/>
            <a:p>
              <a:pPr algn="ctr" defTabSz="609630">
                <a:lnSpc>
                  <a:spcPts val="1589"/>
                </a:lnSpc>
              </a:pPr>
              <a:r>
                <a:rPr lang="en-US" sz="1135" dirty="0" err="1">
                  <a:solidFill>
                    <a:srgbClr val="000000"/>
                  </a:solidFill>
                  <a:latin typeface="Canva Sans Bold"/>
                </a:rPr>
                <a:t>ViewModel</a:t>
              </a:r>
              <a:r>
                <a:rPr lang="en-US" sz="1135" dirty="0">
                  <a:solidFill>
                    <a:srgbClr val="000000"/>
                  </a:solidFill>
                  <a:latin typeface="Canva Sans Bold"/>
                </a:rPr>
                <a:t> &amp; </a:t>
              </a:r>
              <a:r>
                <a:rPr lang="en-US" sz="1135" dirty="0" err="1">
                  <a:solidFill>
                    <a:srgbClr val="000000"/>
                  </a:solidFill>
                  <a:latin typeface="Canva Sans Bold"/>
                </a:rPr>
                <a:t>LiveData</a:t>
              </a:r>
              <a:endParaRPr lang="en-US" sz="1135" dirty="0">
                <a:solidFill>
                  <a:srgbClr val="000000"/>
                </a:solidFill>
                <a:latin typeface="Canva Sans Bold"/>
              </a:endParaRPr>
            </a:p>
            <a:p>
              <a:pPr algn="ctr" defTabSz="609630">
                <a:lnSpc>
                  <a:spcPts val="1059"/>
                </a:lnSpc>
              </a:pPr>
              <a:r>
                <a:rPr lang="en-US" sz="756" dirty="0">
                  <a:solidFill>
                    <a:srgbClr val="000000"/>
                  </a:solidFill>
                  <a:latin typeface="Canva Sans"/>
                </a:rPr>
                <a:t>Represents the </a:t>
              </a:r>
              <a:r>
                <a:rPr lang="en-US" sz="756" dirty="0" err="1">
                  <a:solidFill>
                    <a:srgbClr val="000000"/>
                  </a:solidFill>
                  <a:latin typeface="Canva Sans"/>
                </a:rPr>
                <a:t>ViewModel</a:t>
              </a:r>
              <a:r>
                <a:rPr lang="en-US" sz="756" dirty="0">
                  <a:solidFill>
                    <a:srgbClr val="000000"/>
                  </a:solidFill>
                  <a:latin typeface="Canva Sans"/>
                </a:rPr>
                <a:t> component from the Android Architecture Components. It holds UI-related data and provides it to the UI components. </a:t>
              </a:r>
              <a:r>
                <a:rPr lang="en-US" sz="756" dirty="0" err="1">
                  <a:solidFill>
                    <a:srgbClr val="000000"/>
                  </a:solidFill>
                  <a:latin typeface="Canva Sans"/>
                </a:rPr>
                <a:t>LiveData</a:t>
              </a:r>
              <a:r>
                <a:rPr lang="en-US" sz="756" dirty="0">
                  <a:solidFill>
                    <a:srgbClr val="000000"/>
                  </a:solidFill>
                  <a:latin typeface="Canva Sans"/>
                </a:rPr>
                <a:t> is used to observe changes in data and update the UI</a:t>
              </a:r>
            </a:p>
            <a:p>
              <a:pPr algn="ctr" defTabSz="609630">
                <a:lnSpc>
                  <a:spcPts val="1059"/>
                </a:lnSpc>
                <a:spcBef>
                  <a:spcPct val="0"/>
                </a:spcBef>
              </a:pPr>
              <a:endParaRPr lang="en-US" sz="756" dirty="0">
                <a:solidFill>
                  <a:srgbClr val="000000"/>
                </a:solidFill>
                <a:latin typeface="Canva Sans"/>
              </a:endParaRPr>
            </a:p>
          </p:txBody>
        </p:sp>
      </p:grpSp>
      <p:sp>
        <p:nvSpPr>
          <p:cNvPr id="22" name="AutoShape 22"/>
          <p:cNvSpPr/>
          <p:nvPr/>
        </p:nvSpPr>
        <p:spPr>
          <a:xfrm>
            <a:off x="6643664" y="3060086"/>
            <a:ext cx="1363706" cy="481509"/>
          </a:xfrm>
          <a:prstGeom prst="line">
            <a:avLst/>
          </a:prstGeom>
          <a:ln w="19050" cap="flat">
            <a:solidFill>
              <a:srgbClr val="000000"/>
            </a:solidFill>
            <a:prstDash val="solid"/>
            <a:headEnd type="none" w="sm" len="sm"/>
            <a:tailEnd type="arrow" w="med" len="sm"/>
          </a:ln>
        </p:spPr>
        <p:txBody>
          <a:bodyPr/>
          <a:lstStyle/>
          <a:p>
            <a:pPr defTabSz="609630"/>
            <a:endParaRPr lang="en-IN" sz="1200">
              <a:solidFill>
                <a:prstClr val="black"/>
              </a:solidFill>
              <a:latin typeface="Calibri"/>
            </a:endParaRPr>
          </a:p>
        </p:txBody>
      </p:sp>
      <p:sp>
        <p:nvSpPr>
          <p:cNvPr id="23" name="TextBox 23"/>
          <p:cNvSpPr txBox="1"/>
          <p:nvPr/>
        </p:nvSpPr>
        <p:spPr>
          <a:xfrm>
            <a:off x="7527303" y="3154368"/>
            <a:ext cx="1659592" cy="270780"/>
          </a:xfrm>
          <a:prstGeom prst="rect">
            <a:avLst/>
          </a:prstGeom>
        </p:spPr>
        <p:txBody>
          <a:bodyPr lIns="0" tIns="0" rIns="0" bIns="0" rtlCol="0" anchor="t">
            <a:spAutoFit/>
          </a:bodyPr>
          <a:lstStyle/>
          <a:p>
            <a:pPr algn="ctr" defTabSz="609630">
              <a:lnSpc>
                <a:spcPts val="1145"/>
              </a:lnSpc>
            </a:pPr>
            <a:r>
              <a:rPr lang="en-US" sz="818">
                <a:solidFill>
                  <a:srgbClr val="000000"/>
                </a:solidFill>
                <a:latin typeface="Canva Sans"/>
              </a:rPr>
              <a:t>Requests Location Services  to retrieve User Location</a:t>
            </a:r>
          </a:p>
        </p:txBody>
      </p:sp>
      <p:sp>
        <p:nvSpPr>
          <p:cNvPr id="24" name="AutoShape 24"/>
          <p:cNvSpPr/>
          <p:nvPr/>
        </p:nvSpPr>
        <p:spPr>
          <a:xfrm>
            <a:off x="5177430" y="3053283"/>
            <a:ext cx="218571" cy="1219279"/>
          </a:xfrm>
          <a:prstGeom prst="line">
            <a:avLst/>
          </a:prstGeom>
          <a:ln w="19050" cap="flat">
            <a:solidFill>
              <a:srgbClr val="000000"/>
            </a:solidFill>
            <a:prstDash val="solid"/>
            <a:headEnd type="none" w="sm" len="sm"/>
            <a:tailEnd type="arrow" w="med" len="sm"/>
          </a:ln>
        </p:spPr>
        <p:txBody>
          <a:bodyPr/>
          <a:lstStyle/>
          <a:p>
            <a:pPr defTabSz="609630"/>
            <a:endParaRPr lang="en-IN" sz="1200">
              <a:solidFill>
                <a:prstClr val="black"/>
              </a:solidFill>
              <a:latin typeface="Calibri"/>
            </a:endParaRPr>
          </a:p>
        </p:txBody>
      </p:sp>
      <p:sp>
        <p:nvSpPr>
          <p:cNvPr id="25" name="TextBox 25"/>
          <p:cNvSpPr txBox="1"/>
          <p:nvPr/>
        </p:nvSpPr>
        <p:spPr>
          <a:xfrm>
            <a:off x="3973295" y="3383631"/>
            <a:ext cx="1048288" cy="268920"/>
          </a:xfrm>
          <a:prstGeom prst="rect">
            <a:avLst/>
          </a:prstGeom>
        </p:spPr>
        <p:txBody>
          <a:bodyPr wrap="square" lIns="0" tIns="0" rIns="0" bIns="0" rtlCol="0" anchor="t">
            <a:spAutoFit/>
          </a:bodyPr>
          <a:lstStyle/>
          <a:p>
            <a:pPr algn="ctr" defTabSz="609630">
              <a:lnSpc>
                <a:spcPts val="1059"/>
              </a:lnSpc>
            </a:pPr>
            <a:r>
              <a:rPr lang="en-US" sz="756" dirty="0">
                <a:solidFill>
                  <a:srgbClr val="000000"/>
                </a:solidFill>
                <a:latin typeface="Canva Sans"/>
              </a:rPr>
              <a:t>Requests to retrieve nearby Parking Spots </a:t>
            </a:r>
          </a:p>
        </p:txBody>
      </p:sp>
      <p:sp>
        <p:nvSpPr>
          <p:cNvPr id="26" name="AutoShape 26"/>
          <p:cNvSpPr/>
          <p:nvPr/>
        </p:nvSpPr>
        <p:spPr>
          <a:xfrm>
            <a:off x="5540245" y="4998924"/>
            <a:ext cx="0" cy="527823"/>
          </a:xfrm>
          <a:prstGeom prst="line">
            <a:avLst/>
          </a:prstGeom>
          <a:ln w="19050" cap="flat">
            <a:solidFill>
              <a:srgbClr val="000000"/>
            </a:solidFill>
            <a:prstDash val="solid"/>
            <a:headEnd type="none" w="sm" len="sm"/>
            <a:tailEnd type="arrow" w="med" len="sm"/>
          </a:ln>
        </p:spPr>
        <p:txBody>
          <a:bodyPr/>
          <a:lstStyle/>
          <a:p>
            <a:pPr defTabSz="609630"/>
            <a:endParaRPr lang="en-IN" sz="1200">
              <a:solidFill>
                <a:prstClr val="black"/>
              </a:solidFill>
              <a:latin typeface="Calibri"/>
            </a:endParaRPr>
          </a:p>
        </p:txBody>
      </p:sp>
      <p:grpSp>
        <p:nvGrpSpPr>
          <p:cNvPr id="27" name="Group 27"/>
          <p:cNvGrpSpPr/>
          <p:nvPr/>
        </p:nvGrpSpPr>
        <p:grpSpPr>
          <a:xfrm>
            <a:off x="4100359" y="5506992"/>
            <a:ext cx="2865802" cy="766932"/>
            <a:chOff x="0" y="-28574"/>
            <a:chExt cx="1995065" cy="634207"/>
          </a:xfrm>
        </p:grpSpPr>
        <p:sp>
          <p:nvSpPr>
            <p:cNvPr id="28" name="Freeform 28"/>
            <p:cNvSpPr/>
            <p:nvPr/>
          </p:nvSpPr>
          <p:spPr>
            <a:xfrm>
              <a:off x="0" y="0"/>
              <a:ext cx="1995065" cy="605633"/>
            </a:xfrm>
            <a:custGeom>
              <a:avLst/>
              <a:gdLst/>
              <a:ahLst/>
              <a:cxnLst/>
              <a:rect l="l" t="t" r="r" b="b"/>
              <a:pathLst>
                <a:path w="1995065" h="605633">
                  <a:moveTo>
                    <a:pt x="0" y="0"/>
                  </a:moveTo>
                  <a:lnTo>
                    <a:pt x="1995065" y="0"/>
                  </a:lnTo>
                  <a:lnTo>
                    <a:pt x="1995065" y="605633"/>
                  </a:lnTo>
                  <a:lnTo>
                    <a:pt x="0" y="605633"/>
                  </a:lnTo>
                  <a:close/>
                </a:path>
              </a:pathLst>
            </a:custGeom>
            <a:solidFill>
              <a:srgbClr val="C1FF72"/>
            </a:solidFill>
            <a:ln w="19050">
              <a:solidFill>
                <a:srgbClr val="000000"/>
              </a:solidFill>
            </a:ln>
          </p:spPr>
          <p:txBody>
            <a:bodyPr/>
            <a:lstStyle/>
            <a:p>
              <a:pPr defTabSz="609630"/>
              <a:endParaRPr lang="en-IN" sz="1200">
                <a:solidFill>
                  <a:prstClr val="black"/>
                </a:solidFill>
                <a:latin typeface="Calibri"/>
              </a:endParaRPr>
            </a:p>
          </p:txBody>
        </p:sp>
        <p:sp>
          <p:nvSpPr>
            <p:cNvPr id="29" name="TextBox 29"/>
            <p:cNvSpPr txBox="1"/>
            <p:nvPr/>
          </p:nvSpPr>
          <p:spPr>
            <a:xfrm>
              <a:off x="0" y="-28574"/>
              <a:ext cx="1988278" cy="498860"/>
            </a:xfrm>
            <a:prstGeom prst="rect">
              <a:avLst/>
            </a:prstGeom>
          </p:spPr>
          <p:txBody>
            <a:bodyPr lIns="19219" tIns="19219" rIns="19219" bIns="19219" rtlCol="0" anchor="ctr"/>
            <a:lstStyle/>
            <a:p>
              <a:pPr algn="ctr" defTabSz="609630">
                <a:lnSpc>
                  <a:spcPts val="1589"/>
                </a:lnSpc>
              </a:pPr>
              <a:r>
                <a:rPr lang="en-US" sz="1135" dirty="0">
                  <a:solidFill>
                    <a:srgbClr val="000000"/>
                  </a:solidFill>
                  <a:latin typeface="Canva Sans Bold"/>
                </a:rPr>
                <a:t>Network Services</a:t>
              </a:r>
            </a:p>
            <a:p>
              <a:pPr algn="ctr" defTabSz="609630">
                <a:lnSpc>
                  <a:spcPts val="1059"/>
                </a:lnSpc>
                <a:spcBef>
                  <a:spcPct val="0"/>
                </a:spcBef>
              </a:pPr>
              <a:r>
                <a:rPr lang="en-US" sz="756" dirty="0">
                  <a:solidFill>
                    <a:srgbClr val="000000"/>
                  </a:solidFill>
                  <a:latin typeface="Canva Sans"/>
                </a:rPr>
                <a:t>Acts as a single source of truth for data management. It abstracts the data sources (local database, network) from the </a:t>
              </a:r>
              <a:r>
                <a:rPr lang="en-US" sz="756" dirty="0" err="1">
                  <a:solidFill>
                    <a:srgbClr val="000000"/>
                  </a:solidFill>
                  <a:latin typeface="Canva Sans"/>
                </a:rPr>
                <a:t>ViewModel</a:t>
              </a:r>
              <a:r>
                <a:rPr lang="en-US" sz="756" dirty="0">
                  <a:solidFill>
                    <a:srgbClr val="000000"/>
                  </a:solidFill>
                  <a:latin typeface="Canva Sans"/>
                </a:rPr>
                <a:t> and provides clean data to the UI</a:t>
              </a:r>
            </a:p>
          </p:txBody>
        </p:sp>
      </p:grpSp>
      <p:sp>
        <p:nvSpPr>
          <p:cNvPr id="30" name="TextBox 30"/>
          <p:cNvSpPr txBox="1"/>
          <p:nvPr/>
        </p:nvSpPr>
        <p:spPr>
          <a:xfrm>
            <a:off x="2914363" y="6461819"/>
            <a:ext cx="1146643" cy="268920"/>
          </a:xfrm>
          <a:prstGeom prst="rect">
            <a:avLst/>
          </a:prstGeom>
        </p:spPr>
        <p:txBody>
          <a:bodyPr wrap="square" lIns="0" tIns="0" rIns="0" bIns="0" rtlCol="0" anchor="t">
            <a:spAutoFit/>
          </a:bodyPr>
          <a:lstStyle/>
          <a:p>
            <a:pPr defTabSz="609630">
              <a:lnSpc>
                <a:spcPts val="1059"/>
              </a:lnSpc>
            </a:pPr>
            <a:r>
              <a:rPr lang="en-US" sz="756" dirty="0">
                <a:solidFill>
                  <a:srgbClr val="000000"/>
                </a:solidFill>
                <a:latin typeface="Canva Sans"/>
              </a:rPr>
              <a:t>communicates to fetch nearby parking spot data</a:t>
            </a:r>
          </a:p>
        </p:txBody>
      </p:sp>
      <p:grpSp>
        <p:nvGrpSpPr>
          <p:cNvPr id="31" name="Group 31"/>
          <p:cNvGrpSpPr/>
          <p:nvPr/>
        </p:nvGrpSpPr>
        <p:grpSpPr>
          <a:xfrm>
            <a:off x="4100359" y="6362414"/>
            <a:ext cx="2856186" cy="449636"/>
            <a:chOff x="0" y="-28575"/>
            <a:chExt cx="1988371" cy="313020"/>
          </a:xfrm>
        </p:grpSpPr>
        <p:sp>
          <p:nvSpPr>
            <p:cNvPr id="32" name="Freeform 32"/>
            <p:cNvSpPr/>
            <p:nvPr/>
          </p:nvSpPr>
          <p:spPr>
            <a:xfrm>
              <a:off x="0" y="0"/>
              <a:ext cx="1988371" cy="284445"/>
            </a:xfrm>
            <a:custGeom>
              <a:avLst/>
              <a:gdLst/>
              <a:ahLst/>
              <a:cxnLst/>
              <a:rect l="l" t="t" r="r" b="b"/>
              <a:pathLst>
                <a:path w="1988371" h="284445">
                  <a:moveTo>
                    <a:pt x="0" y="0"/>
                  </a:moveTo>
                  <a:lnTo>
                    <a:pt x="1988371" y="0"/>
                  </a:lnTo>
                  <a:lnTo>
                    <a:pt x="1988371" y="284445"/>
                  </a:lnTo>
                  <a:lnTo>
                    <a:pt x="0" y="284445"/>
                  </a:lnTo>
                  <a:close/>
                </a:path>
              </a:pathLst>
            </a:custGeom>
            <a:solidFill>
              <a:srgbClr val="C1FF72"/>
            </a:solidFill>
            <a:ln w="19050">
              <a:solidFill>
                <a:srgbClr val="000000"/>
              </a:solidFill>
            </a:ln>
          </p:spPr>
          <p:txBody>
            <a:bodyPr/>
            <a:lstStyle/>
            <a:p>
              <a:pPr defTabSz="609630"/>
              <a:endParaRPr lang="en-IN" sz="1200">
                <a:solidFill>
                  <a:prstClr val="black"/>
                </a:solidFill>
                <a:latin typeface="Calibri"/>
              </a:endParaRPr>
            </a:p>
          </p:txBody>
        </p:sp>
        <p:sp>
          <p:nvSpPr>
            <p:cNvPr id="33" name="TextBox 33"/>
            <p:cNvSpPr txBox="1"/>
            <p:nvPr/>
          </p:nvSpPr>
          <p:spPr>
            <a:xfrm>
              <a:off x="0" y="-28575"/>
              <a:ext cx="1981792" cy="283926"/>
            </a:xfrm>
            <a:prstGeom prst="rect">
              <a:avLst/>
            </a:prstGeom>
          </p:spPr>
          <p:txBody>
            <a:bodyPr lIns="19219" tIns="19219" rIns="19219" bIns="19219" rtlCol="0" anchor="ctr"/>
            <a:lstStyle/>
            <a:p>
              <a:pPr algn="ctr" defTabSz="609630">
                <a:lnSpc>
                  <a:spcPts val="1589"/>
                </a:lnSpc>
                <a:spcBef>
                  <a:spcPct val="0"/>
                </a:spcBef>
              </a:pPr>
              <a:r>
                <a:rPr lang="en-US" sz="1135" dirty="0">
                  <a:solidFill>
                    <a:srgbClr val="000000"/>
                  </a:solidFill>
                  <a:latin typeface="Canva Sans Bold"/>
                </a:rPr>
                <a:t>Google Places API</a:t>
              </a:r>
            </a:p>
          </p:txBody>
        </p:sp>
      </p:grpSp>
      <p:sp>
        <p:nvSpPr>
          <p:cNvPr id="34" name="AutoShape 34"/>
          <p:cNvSpPr/>
          <p:nvPr/>
        </p:nvSpPr>
        <p:spPr>
          <a:xfrm>
            <a:off x="5523726" y="6288723"/>
            <a:ext cx="16519" cy="114737"/>
          </a:xfrm>
          <a:prstGeom prst="line">
            <a:avLst/>
          </a:prstGeom>
          <a:ln w="19050" cap="flat">
            <a:solidFill>
              <a:srgbClr val="000000"/>
            </a:solidFill>
            <a:prstDash val="solid"/>
            <a:headEnd type="none" w="sm" len="sm"/>
            <a:tailEnd type="arrow" w="med" len="sm"/>
          </a:ln>
        </p:spPr>
        <p:txBody>
          <a:bodyPr/>
          <a:lstStyle/>
          <a:p>
            <a:pPr defTabSz="609630"/>
            <a:endParaRPr lang="en-IN" sz="1200">
              <a:solidFill>
                <a:prstClr val="black"/>
              </a:solidFill>
              <a:latin typeface="Calibri"/>
            </a:endParaRPr>
          </a:p>
        </p:txBody>
      </p:sp>
      <p:sp>
        <p:nvSpPr>
          <p:cNvPr id="35" name="AutoShape 35"/>
          <p:cNvSpPr/>
          <p:nvPr/>
        </p:nvSpPr>
        <p:spPr>
          <a:xfrm>
            <a:off x="6968861" y="6596284"/>
            <a:ext cx="391122" cy="7207"/>
          </a:xfrm>
          <a:prstGeom prst="line">
            <a:avLst/>
          </a:prstGeom>
          <a:ln w="19050" cap="flat">
            <a:solidFill>
              <a:srgbClr val="000000"/>
            </a:solidFill>
            <a:prstDash val="sysDash"/>
            <a:headEnd type="none" w="sm" len="sm"/>
            <a:tailEnd type="arrow" w="med" len="sm"/>
          </a:ln>
        </p:spPr>
        <p:txBody>
          <a:bodyPr/>
          <a:lstStyle/>
          <a:p>
            <a:pPr defTabSz="609630"/>
            <a:endParaRPr lang="en-IN" sz="1200">
              <a:solidFill>
                <a:prstClr val="black"/>
              </a:solidFill>
              <a:latin typeface="Calibri"/>
            </a:endParaRPr>
          </a:p>
        </p:txBody>
      </p:sp>
      <p:sp>
        <p:nvSpPr>
          <p:cNvPr id="36" name="AutoShape 36"/>
          <p:cNvSpPr/>
          <p:nvPr/>
        </p:nvSpPr>
        <p:spPr>
          <a:xfrm flipH="1" flipV="1">
            <a:off x="7328602" y="4705487"/>
            <a:ext cx="16519" cy="1890792"/>
          </a:xfrm>
          <a:prstGeom prst="line">
            <a:avLst/>
          </a:prstGeom>
          <a:ln w="19050" cap="flat">
            <a:solidFill>
              <a:srgbClr val="000000"/>
            </a:solidFill>
            <a:prstDash val="sysDash"/>
            <a:headEnd type="none" w="sm" len="sm"/>
            <a:tailEnd type="arrow" w="med" len="sm"/>
          </a:ln>
        </p:spPr>
        <p:txBody>
          <a:bodyPr/>
          <a:lstStyle/>
          <a:p>
            <a:pPr defTabSz="609630"/>
            <a:endParaRPr lang="en-IN" sz="1200">
              <a:solidFill>
                <a:prstClr val="black"/>
              </a:solidFill>
              <a:latin typeface="Calibri"/>
            </a:endParaRPr>
          </a:p>
        </p:txBody>
      </p:sp>
      <p:sp>
        <p:nvSpPr>
          <p:cNvPr id="37" name="AutoShape 37"/>
          <p:cNvSpPr/>
          <p:nvPr/>
        </p:nvSpPr>
        <p:spPr>
          <a:xfrm flipH="1">
            <a:off x="6956413" y="4712693"/>
            <a:ext cx="372190" cy="0"/>
          </a:xfrm>
          <a:prstGeom prst="line">
            <a:avLst/>
          </a:prstGeom>
          <a:ln w="19050" cap="flat">
            <a:solidFill>
              <a:srgbClr val="000000"/>
            </a:solidFill>
            <a:prstDash val="sysDash"/>
            <a:headEnd type="none" w="sm" len="sm"/>
            <a:tailEnd type="arrow" w="med" len="sm"/>
          </a:ln>
        </p:spPr>
        <p:txBody>
          <a:bodyPr/>
          <a:lstStyle/>
          <a:p>
            <a:pPr defTabSz="609630"/>
            <a:endParaRPr lang="en-IN" sz="1200">
              <a:solidFill>
                <a:prstClr val="black"/>
              </a:solidFill>
              <a:latin typeface="Calibri"/>
            </a:endParaRPr>
          </a:p>
        </p:txBody>
      </p:sp>
      <p:sp>
        <p:nvSpPr>
          <p:cNvPr id="38" name="TextBox 38"/>
          <p:cNvSpPr txBox="1"/>
          <p:nvPr/>
        </p:nvSpPr>
        <p:spPr>
          <a:xfrm>
            <a:off x="7354875" y="5579779"/>
            <a:ext cx="544170" cy="409984"/>
          </a:xfrm>
          <a:prstGeom prst="rect">
            <a:avLst/>
          </a:prstGeom>
        </p:spPr>
        <p:txBody>
          <a:bodyPr lIns="0" tIns="0" rIns="0" bIns="0" rtlCol="0" anchor="t">
            <a:spAutoFit/>
          </a:bodyPr>
          <a:lstStyle/>
          <a:p>
            <a:pPr algn="ctr" defTabSz="609630">
              <a:lnSpc>
                <a:spcPts val="1059"/>
              </a:lnSpc>
            </a:pPr>
            <a:r>
              <a:rPr lang="en-US" sz="756">
                <a:solidFill>
                  <a:srgbClr val="000000"/>
                </a:solidFill>
                <a:latin typeface="Canva Sans"/>
              </a:rPr>
              <a:t>nearby parking spots data</a:t>
            </a:r>
          </a:p>
        </p:txBody>
      </p:sp>
      <p:sp>
        <p:nvSpPr>
          <p:cNvPr id="39" name="AutoShape 39"/>
          <p:cNvSpPr/>
          <p:nvPr/>
        </p:nvSpPr>
        <p:spPr>
          <a:xfrm flipV="1">
            <a:off x="5813946" y="3060086"/>
            <a:ext cx="829718" cy="1205721"/>
          </a:xfrm>
          <a:prstGeom prst="line">
            <a:avLst/>
          </a:prstGeom>
          <a:ln w="19050" cap="flat">
            <a:solidFill>
              <a:srgbClr val="000000"/>
            </a:solidFill>
            <a:prstDash val="sysDash"/>
            <a:headEnd type="none" w="sm" len="sm"/>
            <a:tailEnd type="arrow" w="med" len="sm"/>
          </a:ln>
        </p:spPr>
        <p:txBody>
          <a:bodyPr/>
          <a:lstStyle/>
          <a:p>
            <a:pPr defTabSz="609630"/>
            <a:endParaRPr lang="en-IN" sz="1200">
              <a:solidFill>
                <a:prstClr val="black"/>
              </a:solidFill>
              <a:latin typeface="Calibri"/>
            </a:endParaRPr>
          </a:p>
        </p:txBody>
      </p:sp>
      <p:sp>
        <p:nvSpPr>
          <p:cNvPr id="40" name="TextBox 40"/>
          <p:cNvSpPr txBox="1"/>
          <p:nvPr/>
        </p:nvSpPr>
        <p:spPr>
          <a:xfrm>
            <a:off x="6266303" y="3597609"/>
            <a:ext cx="413389" cy="551048"/>
          </a:xfrm>
          <a:prstGeom prst="rect">
            <a:avLst/>
          </a:prstGeom>
        </p:spPr>
        <p:txBody>
          <a:bodyPr lIns="0" tIns="0" rIns="0" bIns="0" rtlCol="0" anchor="t">
            <a:spAutoFit/>
          </a:bodyPr>
          <a:lstStyle/>
          <a:p>
            <a:pPr algn="ctr" defTabSz="609630">
              <a:lnSpc>
                <a:spcPts val="1059"/>
              </a:lnSpc>
            </a:pPr>
            <a:r>
              <a:rPr lang="en-US" sz="756" dirty="0">
                <a:solidFill>
                  <a:srgbClr val="000000"/>
                </a:solidFill>
                <a:latin typeface="Canva Sans"/>
              </a:rPr>
              <a:t>filtered parking spots data</a:t>
            </a:r>
          </a:p>
        </p:txBody>
      </p:sp>
      <p:sp>
        <p:nvSpPr>
          <p:cNvPr id="41" name="AutoShape 41"/>
          <p:cNvSpPr/>
          <p:nvPr/>
        </p:nvSpPr>
        <p:spPr>
          <a:xfrm flipV="1">
            <a:off x="7668418" y="2013542"/>
            <a:ext cx="0" cy="204627"/>
          </a:xfrm>
          <a:prstGeom prst="line">
            <a:avLst/>
          </a:prstGeom>
          <a:ln w="19050" cap="flat">
            <a:solidFill>
              <a:srgbClr val="000000"/>
            </a:solidFill>
            <a:prstDash val="sysDash"/>
            <a:headEnd type="none" w="sm" len="sm"/>
            <a:tailEnd type="arrow" w="med" len="sm"/>
          </a:ln>
        </p:spPr>
        <p:txBody>
          <a:bodyPr/>
          <a:lstStyle/>
          <a:p>
            <a:pPr defTabSz="609630"/>
            <a:endParaRPr lang="en-IN" sz="1200">
              <a:solidFill>
                <a:prstClr val="black"/>
              </a:solidFill>
              <a:latin typeface="Calibri"/>
            </a:endParaRPr>
          </a:p>
        </p:txBody>
      </p:sp>
      <p:sp>
        <p:nvSpPr>
          <p:cNvPr id="42" name="TextBox 42"/>
          <p:cNvSpPr txBox="1"/>
          <p:nvPr/>
        </p:nvSpPr>
        <p:spPr>
          <a:xfrm>
            <a:off x="7754903" y="2056043"/>
            <a:ext cx="2405729" cy="127856"/>
          </a:xfrm>
          <a:prstGeom prst="rect">
            <a:avLst/>
          </a:prstGeom>
        </p:spPr>
        <p:txBody>
          <a:bodyPr lIns="0" tIns="0" rIns="0" bIns="0" rtlCol="0" anchor="t">
            <a:spAutoFit/>
          </a:bodyPr>
          <a:lstStyle/>
          <a:p>
            <a:pPr algn="ctr" defTabSz="609630">
              <a:lnSpc>
                <a:spcPts val="1059"/>
              </a:lnSpc>
            </a:pPr>
            <a:r>
              <a:rPr lang="en-US" sz="756">
                <a:solidFill>
                  <a:srgbClr val="000000"/>
                </a:solidFill>
                <a:latin typeface="Canva Sans"/>
              </a:rPr>
              <a:t>Filtered Parking Spots Data sent to user by LiveData</a:t>
            </a:r>
          </a:p>
        </p:txBody>
      </p:sp>
      <p:sp>
        <p:nvSpPr>
          <p:cNvPr id="43" name="AutoShape 43"/>
          <p:cNvSpPr/>
          <p:nvPr/>
        </p:nvSpPr>
        <p:spPr>
          <a:xfrm flipV="1">
            <a:off x="7668418" y="1416173"/>
            <a:ext cx="0" cy="204627"/>
          </a:xfrm>
          <a:prstGeom prst="line">
            <a:avLst/>
          </a:prstGeom>
          <a:ln w="19050" cap="flat">
            <a:solidFill>
              <a:srgbClr val="000000"/>
            </a:solidFill>
            <a:prstDash val="sysDash"/>
            <a:headEnd type="none" w="sm" len="sm"/>
            <a:tailEnd type="arrow" w="med" len="sm"/>
          </a:ln>
        </p:spPr>
        <p:txBody>
          <a:bodyPr/>
          <a:lstStyle/>
          <a:p>
            <a:pPr defTabSz="609630"/>
            <a:endParaRPr lang="en-IN" sz="1200">
              <a:solidFill>
                <a:prstClr val="black"/>
              </a:solidFill>
              <a:latin typeface="Calibri"/>
            </a:endParaRPr>
          </a:p>
        </p:txBody>
      </p:sp>
      <p:sp>
        <p:nvSpPr>
          <p:cNvPr id="44" name="TextBox 44"/>
          <p:cNvSpPr txBox="1"/>
          <p:nvPr/>
        </p:nvSpPr>
        <p:spPr>
          <a:xfrm>
            <a:off x="7754903" y="1455094"/>
            <a:ext cx="1259498" cy="127856"/>
          </a:xfrm>
          <a:prstGeom prst="rect">
            <a:avLst/>
          </a:prstGeom>
        </p:spPr>
        <p:txBody>
          <a:bodyPr lIns="0" tIns="0" rIns="0" bIns="0" rtlCol="0" anchor="t">
            <a:spAutoFit/>
          </a:bodyPr>
          <a:lstStyle/>
          <a:p>
            <a:pPr algn="ctr" defTabSz="609630">
              <a:lnSpc>
                <a:spcPts val="1059"/>
              </a:lnSpc>
            </a:pPr>
            <a:r>
              <a:rPr lang="en-US" sz="756">
                <a:solidFill>
                  <a:srgbClr val="000000"/>
                </a:solidFill>
                <a:latin typeface="Canva Sans"/>
              </a:rPr>
              <a:t>Filtered Parking Spots Data</a:t>
            </a:r>
          </a:p>
        </p:txBody>
      </p:sp>
      <p:sp>
        <p:nvSpPr>
          <p:cNvPr id="45" name="TextBox 45"/>
          <p:cNvSpPr txBox="1"/>
          <p:nvPr/>
        </p:nvSpPr>
        <p:spPr>
          <a:xfrm>
            <a:off x="6698047" y="1469200"/>
            <a:ext cx="221607" cy="127856"/>
          </a:xfrm>
          <a:prstGeom prst="rect">
            <a:avLst/>
          </a:prstGeom>
        </p:spPr>
        <p:txBody>
          <a:bodyPr lIns="0" tIns="0" rIns="0" bIns="0" rtlCol="0" anchor="t">
            <a:spAutoFit/>
          </a:bodyPr>
          <a:lstStyle/>
          <a:p>
            <a:pPr algn="ctr" defTabSz="609630">
              <a:lnSpc>
                <a:spcPts val="1059"/>
              </a:lnSpc>
            </a:pPr>
            <a:r>
              <a:rPr lang="en-US" sz="756">
                <a:solidFill>
                  <a:srgbClr val="000000"/>
                </a:solidFill>
                <a:latin typeface="Canva Sans"/>
              </a:rPr>
              <a:t>Uses</a:t>
            </a:r>
          </a:p>
        </p:txBody>
      </p:sp>
      <p:sp>
        <p:nvSpPr>
          <p:cNvPr id="46" name="AutoShape 46"/>
          <p:cNvSpPr/>
          <p:nvPr/>
        </p:nvSpPr>
        <p:spPr>
          <a:xfrm>
            <a:off x="6643627" y="1445916"/>
            <a:ext cx="37" cy="166194"/>
          </a:xfrm>
          <a:prstGeom prst="line">
            <a:avLst/>
          </a:prstGeom>
          <a:ln w="19050" cap="flat">
            <a:solidFill>
              <a:srgbClr val="000000"/>
            </a:solidFill>
            <a:prstDash val="solid"/>
            <a:headEnd type="none" w="sm" len="sm"/>
            <a:tailEnd type="arrow" w="med" len="sm"/>
          </a:ln>
        </p:spPr>
        <p:txBody>
          <a:bodyPr/>
          <a:lstStyle/>
          <a:p>
            <a:pPr defTabSz="609630"/>
            <a:endParaRPr lang="en-IN" sz="1200">
              <a:solidFill>
                <a:prstClr val="black"/>
              </a:solidFill>
              <a:latin typeface="Calibri"/>
            </a:endParaRPr>
          </a:p>
        </p:txBody>
      </p:sp>
      <p:sp>
        <p:nvSpPr>
          <p:cNvPr id="47" name="TextBox 47"/>
          <p:cNvSpPr txBox="1"/>
          <p:nvPr/>
        </p:nvSpPr>
        <p:spPr>
          <a:xfrm>
            <a:off x="3973295" y="5074833"/>
            <a:ext cx="1033538" cy="268920"/>
          </a:xfrm>
          <a:prstGeom prst="rect">
            <a:avLst/>
          </a:prstGeom>
        </p:spPr>
        <p:txBody>
          <a:bodyPr wrap="square" lIns="0" tIns="0" rIns="0" bIns="0" rtlCol="0" anchor="t">
            <a:spAutoFit/>
          </a:bodyPr>
          <a:lstStyle/>
          <a:p>
            <a:pPr algn="ctr" defTabSz="609630">
              <a:lnSpc>
                <a:spcPts val="1059"/>
              </a:lnSpc>
            </a:pPr>
            <a:r>
              <a:rPr lang="en-US" sz="756" dirty="0">
                <a:solidFill>
                  <a:srgbClr val="000000"/>
                </a:solidFill>
                <a:latin typeface="Canva Sans"/>
              </a:rPr>
              <a:t>Requests to retrieve nearby Parking Spots </a:t>
            </a:r>
          </a:p>
        </p:txBody>
      </p:sp>
      <p:sp>
        <p:nvSpPr>
          <p:cNvPr id="48" name="Rectangle 47">
            <a:extLst>
              <a:ext uri="{FF2B5EF4-FFF2-40B4-BE49-F238E27FC236}">
                <a16:creationId xmlns:a16="http://schemas.microsoft.com/office/drawing/2014/main" id="{14799F1B-0742-AB9C-64FE-80111FFCFF3F}"/>
              </a:ext>
            </a:extLst>
          </p:cNvPr>
          <p:cNvSpPr/>
          <p:nvPr/>
        </p:nvSpPr>
        <p:spPr>
          <a:xfrm>
            <a:off x="-48126" y="4311"/>
            <a:ext cx="12240126" cy="660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472C4">
                    <a:lumMod val="50000"/>
                  </a:srgbClr>
                </a:solidFill>
                <a:effectLst/>
                <a:uLnTx/>
                <a:uFillTx/>
                <a:latin typeface="Graphik Black" panose="020B0A03030202060203" pitchFamily="34" charset="0"/>
                <a:ea typeface="+mn-ea"/>
                <a:cs typeface="+mn-cs"/>
              </a:rPr>
              <a:t>Detailed Technical Architecture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B5CC8E-D89E-E396-FF76-C7803210C866}"/>
              </a:ext>
            </a:extLst>
          </p:cNvPr>
          <p:cNvSpPr txBox="1"/>
          <p:nvPr/>
        </p:nvSpPr>
        <p:spPr>
          <a:xfrm>
            <a:off x="478055" y="1128647"/>
            <a:ext cx="10167486" cy="2862322"/>
          </a:xfrm>
          <a:prstGeom prst="rect">
            <a:avLst/>
          </a:prstGeom>
          <a:noFill/>
        </p:spPr>
        <p:txBody>
          <a:bodyPr wrap="square">
            <a:spAutoFit/>
          </a:bodyPr>
          <a:lstStyle/>
          <a:p>
            <a:pPr marL="171450" indent="-171450" defTabSz="609630">
              <a:buFont typeface="Arial" panose="020B0604020202020204" pitchFamily="34" charset="0"/>
              <a:buChar char="•"/>
            </a:pPr>
            <a:r>
              <a:rPr lang="en-US" dirty="0">
                <a:solidFill>
                  <a:srgbClr val="374151"/>
                </a:solidFill>
                <a:latin typeface="Calibri"/>
              </a:rPr>
              <a:t>The user interacts with the app's UI (</a:t>
            </a:r>
            <a:r>
              <a:rPr lang="en-US" dirty="0" err="1">
                <a:solidFill>
                  <a:srgbClr val="374151"/>
                </a:solidFill>
                <a:latin typeface="Calibri"/>
              </a:rPr>
              <a:t>MainActivity</a:t>
            </a:r>
            <a:r>
              <a:rPr lang="en-US" dirty="0">
                <a:solidFill>
                  <a:srgbClr val="374151"/>
                </a:solidFill>
                <a:latin typeface="Calibri"/>
              </a:rPr>
              <a:t>).</a:t>
            </a:r>
          </a:p>
          <a:p>
            <a:pPr marL="171450" indent="-171450" defTabSz="609630">
              <a:buFont typeface="Arial" panose="020B0604020202020204" pitchFamily="34" charset="0"/>
              <a:buChar char="•"/>
            </a:pPr>
            <a:r>
              <a:rPr lang="en-US" dirty="0">
                <a:solidFill>
                  <a:srgbClr val="374151"/>
                </a:solidFill>
                <a:latin typeface="Calibri"/>
              </a:rPr>
              <a:t>The </a:t>
            </a:r>
            <a:r>
              <a:rPr lang="en-US" dirty="0" err="1">
                <a:solidFill>
                  <a:srgbClr val="374151"/>
                </a:solidFill>
                <a:latin typeface="Calibri"/>
              </a:rPr>
              <a:t>ViewModel</a:t>
            </a:r>
            <a:r>
              <a:rPr lang="en-US" dirty="0">
                <a:solidFill>
                  <a:srgbClr val="374151"/>
                </a:solidFill>
                <a:latin typeface="Calibri"/>
              </a:rPr>
              <a:t> requests the user's current location using </a:t>
            </a:r>
            <a:r>
              <a:rPr lang="en-US" dirty="0" err="1">
                <a:solidFill>
                  <a:srgbClr val="374151"/>
                </a:solidFill>
                <a:latin typeface="Calibri"/>
              </a:rPr>
              <a:t>FusedLocation</a:t>
            </a:r>
            <a:r>
              <a:rPr lang="en-US" dirty="0">
                <a:solidFill>
                  <a:srgbClr val="374151"/>
                </a:solidFill>
                <a:latin typeface="Calibri"/>
              </a:rPr>
              <a:t>.</a:t>
            </a:r>
          </a:p>
          <a:p>
            <a:pPr marL="171450" indent="-171450" defTabSz="609630">
              <a:buFont typeface="Arial" panose="020B0604020202020204" pitchFamily="34" charset="0"/>
              <a:buChar char="•"/>
            </a:pPr>
            <a:r>
              <a:rPr lang="en-US" dirty="0">
                <a:solidFill>
                  <a:srgbClr val="374151"/>
                </a:solidFill>
                <a:latin typeface="Calibri"/>
              </a:rPr>
              <a:t>The </a:t>
            </a:r>
            <a:r>
              <a:rPr lang="en-US" dirty="0" err="1">
                <a:solidFill>
                  <a:srgbClr val="374151"/>
                </a:solidFill>
                <a:latin typeface="Calibri"/>
              </a:rPr>
              <a:t>ViewModel</a:t>
            </a:r>
            <a:r>
              <a:rPr lang="en-US" dirty="0">
                <a:solidFill>
                  <a:srgbClr val="374151"/>
                </a:solidFill>
                <a:latin typeface="Calibri"/>
              </a:rPr>
              <a:t> sends a request to the Repository to find nearby parking spots.</a:t>
            </a:r>
          </a:p>
          <a:p>
            <a:pPr marL="171450" indent="-171450" defTabSz="609630">
              <a:buFont typeface="Arial" panose="020B0604020202020204" pitchFamily="34" charset="0"/>
              <a:buChar char="•"/>
            </a:pPr>
            <a:r>
              <a:rPr lang="en-US" dirty="0">
                <a:solidFill>
                  <a:srgbClr val="374151"/>
                </a:solidFill>
                <a:latin typeface="Calibri"/>
              </a:rPr>
              <a:t>The Repository communicates with Network Services to fetch nearby parking spot data.</a:t>
            </a:r>
          </a:p>
          <a:p>
            <a:pPr marL="171450" indent="-171450" defTabSz="609630">
              <a:buFont typeface="Arial" panose="020B0604020202020204" pitchFamily="34" charset="0"/>
              <a:buChar char="•"/>
            </a:pPr>
            <a:r>
              <a:rPr lang="en-US" dirty="0">
                <a:solidFill>
                  <a:srgbClr val="374151"/>
                </a:solidFill>
                <a:latin typeface="Calibri"/>
              </a:rPr>
              <a:t>The Network Services communicate with the Google Places API to fetch place data.</a:t>
            </a:r>
          </a:p>
          <a:p>
            <a:pPr marL="171450" indent="-171450" defTabSz="609630">
              <a:buFont typeface="Arial" panose="020B0604020202020204" pitchFamily="34" charset="0"/>
              <a:buChar char="•"/>
            </a:pPr>
            <a:r>
              <a:rPr lang="en-US" dirty="0">
                <a:solidFill>
                  <a:srgbClr val="374151"/>
                </a:solidFill>
                <a:latin typeface="Calibri"/>
              </a:rPr>
              <a:t>The </a:t>
            </a:r>
            <a:r>
              <a:rPr lang="en-US" dirty="0" err="1">
                <a:solidFill>
                  <a:srgbClr val="374151"/>
                </a:solidFill>
                <a:latin typeface="Calibri"/>
              </a:rPr>
              <a:t>ViewModel</a:t>
            </a:r>
            <a:r>
              <a:rPr lang="en-US" dirty="0">
                <a:solidFill>
                  <a:srgbClr val="374151"/>
                </a:solidFill>
                <a:latin typeface="Calibri"/>
              </a:rPr>
              <a:t> receives the place data from the Repository and filters it for parking spots.</a:t>
            </a:r>
          </a:p>
          <a:p>
            <a:pPr marL="171450" indent="-171450" defTabSz="609630">
              <a:buFont typeface="Arial" panose="020B0604020202020204" pitchFamily="34" charset="0"/>
              <a:buChar char="•"/>
            </a:pPr>
            <a:r>
              <a:rPr lang="en-US" dirty="0">
                <a:solidFill>
                  <a:srgbClr val="374151"/>
                </a:solidFill>
                <a:latin typeface="Calibri"/>
              </a:rPr>
              <a:t>The </a:t>
            </a:r>
            <a:r>
              <a:rPr lang="en-US" dirty="0" err="1">
                <a:solidFill>
                  <a:srgbClr val="374151"/>
                </a:solidFill>
                <a:latin typeface="Calibri"/>
              </a:rPr>
              <a:t>ViewModel</a:t>
            </a:r>
            <a:r>
              <a:rPr lang="en-US" dirty="0">
                <a:solidFill>
                  <a:srgbClr val="374151"/>
                </a:solidFill>
                <a:latin typeface="Calibri"/>
              </a:rPr>
              <a:t> provides this filtered data to the UI components using </a:t>
            </a:r>
            <a:r>
              <a:rPr lang="en-US" dirty="0" err="1">
                <a:solidFill>
                  <a:srgbClr val="374151"/>
                </a:solidFill>
                <a:latin typeface="Calibri"/>
              </a:rPr>
              <a:t>LiveData</a:t>
            </a:r>
            <a:r>
              <a:rPr lang="en-US" dirty="0">
                <a:solidFill>
                  <a:srgbClr val="374151"/>
                </a:solidFill>
                <a:latin typeface="Calibri"/>
              </a:rPr>
              <a:t>.</a:t>
            </a:r>
          </a:p>
          <a:p>
            <a:pPr marL="171450" indent="-171450" defTabSz="609630">
              <a:buFont typeface="Arial" panose="020B0604020202020204" pitchFamily="34" charset="0"/>
              <a:buChar char="•"/>
            </a:pPr>
            <a:r>
              <a:rPr lang="en-US" dirty="0">
                <a:solidFill>
                  <a:srgbClr val="374151"/>
                </a:solidFill>
                <a:latin typeface="Calibri"/>
              </a:rPr>
              <a:t>The UI displays the parking spots on the map and handles user interactions.</a:t>
            </a:r>
          </a:p>
          <a:p>
            <a:pPr marL="171450" indent="-171450" defTabSz="609630">
              <a:buFont typeface="Arial" panose="020B0604020202020204" pitchFamily="34" charset="0"/>
              <a:buChar char="•"/>
            </a:pPr>
            <a:r>
              <a:rPr lang="en-US" dirty="0">
                <a:solidFill>
                  <a:srgbClr val="374151"/>
                </a:solidFill>
                <a:latin typeface="Calibri"/>
              </a:rPr>
              <a:t>If the user selects a parking spot, the </a:t>
            </a:r>
            <a:r>
              <a:rPr lang="en-US" dirty="0" err="1">
                <a:solidFill>
                  <a:srgbClr val="374151"/>
                </a:solidFill>
                <a:latin typeface="Calibri"/>
              </a:rPr>
              <a:t>ViewModel</a:t>
            </a:r>
            <a:r>
              <a:rPr lang="en-US" dirty="0">
                <a:solidFill>
                  <a:srgbClr val="374151"/>
                </a:solidFill>
                <a:latin typeface="Calibri"/>
              </a:rPr>
              <a:t> calculates and provides navigation data.</a:t>
            </a:r>
          </a:p>
          <a:p>
            <a:pPr marL="171450" indent="-171450" defTabSz="609630">
              <a:buFont typeface="Arial" panose="020B0604020202020204" pitchFamily="34" charset="0"/>
              <a:buChar char="•"/>
            </a:pPr>
            <a:r>
              <a:rPr lang="en-US" dirty="0">
                <a:solidFill>
                  <a:srgbClr val="374151"/>
                </a:solidFill>
                <a:latin typeface="Calibri"/>
              </a:rPr>
              <a:t>The UI displays navigation routes using the Navigation Functionality.</a:t>
            </a:r>
          </a:p>
        </p:txBody>
      </p:sp>
      <p:sp>
        <p:nvSpPr>
          <p:cNvPr id="2" name="Rectangle 1">
            <a:extLst>
              <a:ext uri="{FF2B5EF4-FFF2-40B4-BE49-F238E27FC236}">
                <a16:creationId xmlns:a16="http://schemas.microsoft.com/office/drawing/2014/main" id="{651ACD1C-FD6A-5168-CC99-C44F9CE5DC5B}"/>
              </a:ext>
            </a:extLst>
          </p:cNvPr>
          <p:cNvSpPr/>
          <p:nvPr/>
        </p:nvSpPr>
        <p:spPr>
          <a:xfrm>
            <a:off x="-48126" y="13548"/>
            <a:ext cx="12240126" cy="660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472C4">
                    <a:lumMod val="50000"/>
                  </a:srgbClr>
                </a:solidFill>
                <a:effectLst/>
                <a:uLnTx/>
                <a:uFillTx/>
                <a:latin typeface="Graphik Black" panose="020B0A03030202060203" pitchFamily="34" charset="0"/>
                <a:ea typeface="+mn-ea"/>
                <a:cs typeface="+mn-cs"/>
              </a:rPr>
              <a:t>Detailed Technical Architecture</a:t>
            </a:r>
          </a:p>
        </p:txBody>
      </p:sp>
    </p:spTree>
    <p:extLst>
      <p:ext uri="{BB962C8B-B14F-4D97-AF65-F5344CB8AC3E}">
        <p14:creationId xmlns:p14="http://schemas.microsoft.com/office/powerpoint/2010/main" val="2389659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C22DF2-6ACF-0600-4934-A8F99865DC05}"/>
              </a:ext>
            </a:extLst>
          </p:cNvPr>
          <p:cNvSpPr/>
          <p:nvPr/>
        </p:nvSpPr>
        <p:spPr>
          <a:xfrm>
            <a:off x="-60960" y="13548"/>
            <a:ext cx="12356254" cy="636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472C4">
                    <a:lumMod val="50000"/>
                  </a:srgbClr>
                </a:solidFill>
                <a:effectLst/>
                <a:uLnTx/>
                <a:uFillTx/>
                <a:latin typeface="Graphik Black" panose="020B0A03030202060203" pitchFamily="34" charset="0"/>
                <a:ea typeface="+mn-ea"/>
                <a:cs typeface="+mn-cs"/>
              </a:rPr>
              <a:t>Glossary</a:t>
            </a:r>
          </a:p>
        </p:txBody>
      </p:sp>
      <p:graphicFrame>
        <p:nvGraphicFramePr>
          <p:cNvPr id="5" name="Table 5">
            <a:extLst>
              <a:ext uri="{FF2B5EF4-FFF2-40B4-BE49-F238E27FC236}">
                <a16:creationId xmlns:a16="http://schemas.microsoft.com/office/drawing/2014/main" id="{8CBB1F3D-2453-C9D6-CC49-762C9F5DAAF9}"/>
              </a:ext>
            </a:extLst>
          </p:cNvPr>
          <p:cNvGraphicFramePr>
            <a:graphicFrameLocks noGrp="1"/>
          </p:cNvGraphicFramePr>
          <p:nvPr>
            <p:extLst>
              <p:ext uri="{D42A27DB-BD31-4B8C-83A1-F6EECF244321}">
                <p14:modId xmlns:p14="http://schemas.microsoft.com/office/powerpoint/2010/main" val="897252720"/>
              </p:ext>
            </p:extLst>
          </p:nvPr>
        </p:nvGraphicFramePr>
        <p:xfrm>
          <a:off x="2093807" y="820281"/>
          <a:ext cx="8470053" cy="6797040"/>
        </p:xfrm>
        <a:graphic>
          <a:graphicData uri="http://schemas.openxmlformats.org/drawingml/2006/table">
            <a:tbl>
              <a:tblPr firstRow="1" bandRow="1">
                <a:tableStyleId>{69012ECD-51FC-41F1-AA8D-1B2483CD663E}</a:tableStyleId>
              </a:tblPr>
              <a:tblGrid>
                <a:gridCol w="2092113">
                  <a:extLst>
                    <a:ext uri="{9D8B030D-6E8A-4147-A177-3AD203B41FA5}">
                      <a16:colId xmlns:a16="http://schemas.microsoft.com/office/drawing/2014/main" val="3156433730"/>
                    </a:ext>
                  </a:extLst>
                </a:gridCol>
                <a:gridCol w="6377940">
                  <a:extLst>
                    <a:ext uri="{9D8B030D-6E8A-4147-A177-3AD203B41FA5}">
                      <a16:colId xmlns:a16="http://schemas.microsoft.com/office/drawing/2014/main" val="3143055311"/>
                    </a:ext>
                  </a:extLst>
                </a:gridCol>
              </a:tblGrid>
              <a:tr h="370840">
                <a:tc>
                  <a:txBody>
                    <a:bodyPr/>
                    <a:lstStyle/>
                    <a:p>
                      <a:pPr algn="ctr"/>
                      <a:r>
                        <a:rPr lang="en-US" altLang="ja-JP" dirty="0"/>
                        <a:t>Features</a:t>
                      </a:r>
                      <a:endParaRPr lang="en-US" dirty="0"/>
                    </a:p>
                  </a:txBody>
                  <a:tcPr/>
                </a:tc>
                <a:tc>
                  <a:txBody>
                    <a:bodyPr/>
                    <a:lstStyle/>
                    <a:p>
                      <a:pPr algn="ctr"/>
                      <a:r>
                        <a:rPr lang="en-US" altLang="ja-JP" dirty="0"/>
                        <a:t>Description</a:t>
                      </a:r>
                      <a:endParaRPr lang="en-US" dirty="0"/>
                    </a:p>
                  </a:txBody>
                  <a:tcPr/>
                </a:tc>
                <a:extLst>
                  <a:ext uri="{0D108BD9-81ED-4DB2-BD59-A6C34878D82A}">
                    <a16:rowId xmlns:a16="http://schemas.microsoft.com/office/drawing/2014/main" val="1003566430"/>
                  </a:ext>
                </a:extLst>
              </a:tr>
              <a:tr h="370840">
                <a:tc>
                  <a:txBody>
                    <a:bodyPr/>
                    <a:lstStyle/>
                    <a:p>
                      <a:pPr marL="171450" indent="-171450">
                        <a:buFont typeface="Arial" panose="020B0604020202020204" pitchFamily="34" charset="0"/>
                        <a:buChar char="•"/>
                      </a:pPr>
                      <a:r>
                        <a:rPr lang="en-US" dirty="0"/>
                        <a:t>API</a:t>
                      </a:r>
                    </a:p>
                  </a:txBody>
                  <a:tcPr/>
                </a:tc>
                <a:tc>
                  <a:txBody>
                    <a:bodyPr/>
                    <a:lstStyle/>
                    <a:p>
                      <a:pPr marL="171450" indent="-171450">
                        <a:buFont typeface="Arial" panose="020B0604020202020204" pitchFamily="34" charset="0"/>
                        <a:buChar char="•"/>
                      </a:pPr>
                      <a:r>
                        <a:rPr lang="en-US" b="0" i="0" dirty="0">
                          <a:solidFill>
                            <a:srgbClr val="4D5156"/>
                          </a:solidFill>
                          <a:effectLst/>
                          <a:latin typeface="arial" panose="020B0604020202020204" pitchFamily="34" charset="0"/>
                        </a:rPr>
                        <a:t>An application programming interface is a way for two or more computer programs to communicate with each other. </a:t>
                      </a:r>
                      <a:endParaRPr lang="en-US" dirty="0"/>
                    </a:p>
                  </a:txBody>
                  <a:tcPr/>
                </a:tc>
                <a:extLst>
                  <a:ext uri="{0D108BD9-81ED-4DB2-BD59-A6C34878D82A}">
                    <a16:rowId xmlns:a16="http://schemas.microsoft.com/office/drawing/2014/main" val="2405999294"/>
                  </a:ext>
                </a:extLst>
              </a:tr>
              <a:tr h="370840">
                <a:tc>
                  <a:txBody>
                    <a:bodyPr/>
                    <a:lstStyle/>
                    <a:p>
                      <a:pPr marL="171450" marR="0" lvl="0" indent="-17145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noProof="0" dirty="0">
                          <a:solidFill>
                            <a:schemeClr val="tx1"/>
                          </a:solidFill>
                          <a:latin typeface="+mn-lt"/>
                          <a:ea typeface="+mn-ea"/>
                          <a:cs typeface="+mn-cs"/>
                        </a:rPr>
                        <a:t>Android Emulator</a:t>
                      </a:r>
                    </a:p>
                    <a:p>
                      <a:endParaRPr lang="en-US" dirty="0"/>
                    </a:p>
                  </a:txBody>
                  <a:tcPr/>
                </a:tc>
                <a:tc>
                  <a:txBody>
                    <a:bodyPr/>
                    <a:lstStyle/>
                    <a:p>
                      <a:pPr marL="171450" indent="-171450" algn="l">
                        <a:buFont typeface="Arial" panose="020B0604020202020204" pitchFamily="34" charset="0"/>
                        <a:buChar char="•"/>
                      </a:pPr>
                      <a:r>
                        <a:rPr lang="en-US" sz="1200" b="0" i="0" dirty="0">
                          <a:solidFill>
                            <a:srgbClr val="202124"/>
                          </a:solidFill>
                          <a:effectLst/>
                          <a:latin typeface="Roboto" panose="02000000000000000000" pitchFamily="2" charset="0"/>
                        </a:rPr>
                        <a:t>The Android Emulator simulates Android devices on your computer so that you can test your application on a variety of devices and Android API levels without needing to have each physical device. The emulator offers these advantages:</a:t>
                      </a:r>
                    </a:p>
                    <a:p>
                      <a:pPr marL="647715" lvl="1" indent="-342900" algn="l">
                        <a:buFont typeface="Arial" panose="020B0604020202020204" pitchFamily="34" charset="0"/>
                        <a:buChar char="•"/>
                      </a:pPr>
                      <a:r>
                        <a:rPr lang="en-US" sz="1200" b="1" i="0" dirty="0">
                          <a:solidFill>
                            <a:srgbClr val="202124"/>
                          </a:solidFill>
                          <a:effectLst/>
                          <a:latin typeface="Roboto" panose="02000000000000000000" pitchFamily="2" charset="0"/>
                        </a:rPr>
                        <a:t>Flexibility</a:t>
                      </a:r>
                      <a:r>
                        <a:rPr lang="en-US" sz="1200" b="0" i="0" dirty="0">
                          <a:solidFill>
                            <a:srgbClr val="202124"/>
                          </a:solidFill>
                          <a:effectLst/>
                          <a:latin typeface="Roboto" panose="02000000000000000000" pitchFamily="2" charset="0"/>
                        </a:rPr>
                        <a:t>: In addition to being able to simulate a variety of devices and Android API levels, the emulator comes with predefined configurations for various Android phone, tablet, Wear OS, and Android TV devices.</a:t>
                      </a:r>
                    </a:p>
                    <a:p>
                      <a:pPr marL="647715" lvl="1" indent="-342900" algn="l">
                        <a:buFont typeface="Arial" panose="020B0604020202020204" pitchFamily="34" charset="0"/>
                        <a:buChar char="•"/>
                      </a:pPr>
                      <a:r>
                        <a:rPr lang="en-US" sz="1200" b="1" i="0" dirty="0">
                          <a:solidFill>
                            <a:srgbClr val="202124"/>
                          </a:solidFill>
                          <a:effectLst/>
                          <a:latin typeface="Roboto" panose="02000000000000000000" pitchFamily="2" charset="0"/>
                        </a:rPr>
                        <a:t>High fidelity</a:t>
                      </a:r>
                      <a:r>
                        <a:rPr lang="en-US" sz="1200" b="0" i="0" dirty="0">
                          <a:solidFill>
                            <a:srgbClr val="202124"/>
                          </a:solidFill>
                          <a:effectLst/>
                          <a:latin typeface="Roboto" panose="02000000000000000000" pitchFamily="2" charset="0"/>
                        </a:rPr>
                        <a:t>: The emulator provides almost all the capabilities of a real Android device. You can simulate incoming phone calls and text messages, specify the location of the device, simulate different network speeds, simulate rotation and other hardware sensors, access the Google Play Store, and much more.</a:t>
                      </a:r>
                    </a:p>
                    <a:p>
                      <a:pPr marL="647715" lvl="1" indent="-342900" algn="l">
                        <a:buFont typeface="Arial" panose="020B0604020202020204" pitchFamily="34" charset="0"/>
                        <a:buChar char="•"/>
                      </a:pPr>
                      <a:r>
                        <a:rPr lang="en-US" sz="1200" b="1" i="0" dirty="0">
                          <a:solidFill>
                            <a:srgbClr val="202124"/>
                          </a:solidFill>
                          <a:effectLst/>
                          <a:latin typeface="Roboto" panose="02000000000000000000" pitchFamily="2" charset="0"/>
                        </a:rPr>
                        <a:t>Speed</a:t>
                      </a:r>
                      <a:r>
                        <a:rPr lang="en-US" sz="1200" b="0" i="0" dirty="0">
                          <a:solidFill>
                            <a:srgbClr val="202124"/>
                          </a:solidFill>
                          <a:effectLst/>
                          <a:latin typeface="Roboto" panose="02000000000000000000" pitchFamily="2" charset="0"/>
                        </a:rPr>
                        <a:t>: Testing your app on the emulator is in some ways faster and easier than doing so on a physical device. For example, you can transfer data faster to the emulator than to a device connected over USB.</a:t>
                      </a:r>
                    </a:p>
                    <a:p>
                      <a:pPr marL="171450" indent="-171450" algn="l">
                        <a:buFont typeface="Arial" panose="020B0604020202020204" pitchFamily="34" charset="0"/>
                        <a:buChar char="•"/>
                      </a:pPr>
                      <a:r>
                        <a:rPr lang="en-US" sz="1200" b="0" i="0" dirty="0">
                          <a:solidFill>
                            <a:srgbClr val="202124"/>
                          </a:solidFill>
                          <a:effectLst/>
                          <a:latin typeface="Roboto" panose="02000000000000000000" pitchFamily="2" charset="0"/>
                        </a:rPr>
                        <a:t>In most cases, the emulator is the best option for your testing needs. This page covers the core emulator functionalities and how to get started with it.</a:t>
                      </a:r>
                    </a:p>
                    <a:p>
                      <a:pPr marL="171450" indent="-171450" algn="l">
                        <a:buFont typeface="Arial" panose="020B0604020202020204" pitchFamily="34" charset="0"/>
                        <a:buChar char="•"/>
                      </a:pPr>
                      <a:r>
                        <a:rPr lang="en-US" sz="1200" b="0" i="0" dirty="0">
                          <a:solidFill>
                            <a:srgbClr val="202124"/>
                          </a:solidFill>
                          <a:effectLst/>
                          <a:latin typeface="Roboto" panose="02000000000000000000" pitchFamily="2" charset="0"/>
                        </a:rPr>
                        <a:t>Alternatively, you can deploy your app to a physical device. </a:t>
                      </a:r>
                    </a:p>
                    <a:p>
                      <a:endParaRPr lang="en-US" dirty="0"/>
                    </a:p>
                  </a:txBody>
                  <a:tcPr/>
                </a:tc>
                <a:extLst>
                  <a:ext uri="{0D108BD9-81ED-4DB2-BD59-A6C34878D82A}">
                    <a16:rowId xmlns:a16="http://schemas.microsoft.com/office/drawing/2014/main" val="1539332304"/>
                  </a:ext>
                </a:extLst>
              </a:tr>
              <a:tr h="370840">
                <a:tc>
                  <a:txBody>
                    <a:bodyPr/>
                    <a:lstStyle/>
                    <a:p>
                      <a:pPr marL="171450" indent="-171450">
                        <a:buFont typeface="Arial" panose="020B0604020202020204" pitchFamily="34" charset="0"/>
                        <a:buChar char="•"/>
                      </a:pPr>
                      <a:r>
                        <a:rPr lang="en-US" dirty="0"/>
                        <a:t>Android App User Interface</a:t>
                      </a:r>
                    </a:p>
                  </a:txBody>
                  <a:tcPr/>
                </a:tc>
                <a:tc>
                  <a: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In an Android application, the user interface is built using View and </a:t>
                      </a:r>
                      <a:r>
                        <a:rPr lang="en-US" sz="1200" b="0" i="0" kern="1200" dirty="0" err="1">
                          <a:solidFill>
                            <a:schemeClr val="tx1"/>
                          </a:solidFill>
                          <a:effectLst/>
                          <a:latin typeface="+mn-lt"/>
                          <a:ea typeface="+mn-ea"/>
                          <a:cs typeface="+mn-cs"/>
                        </a:rPr>
                        <a:t>ViewGroup</a:t>
                      </a:r>
                      <a:r>
                        <a:rPr lang="en-US" sz="1200" b="0" i="0" kern="1200" dirty="0">
                          <a:solidFill>
                            <a:schemeClr val="tx1"/>
                          </a:solidFill>
                          <a:effectLst/>
                          <a:latin typeface="+mn-lt"/>
                          <a:ea typeface="+mn-ea"/>
                          <a:cs typeface="+mn-cs"/>
                        </a:rPr>
                        <a:t> objects.</a:t>
                      </a:r>
                      <a:endParaRPr lang="en-US" dirty="0"/>
                    </a:p>
                  </a:txBody>
                  <a:tcPr/>
                </a:tc>
                <a:extLst>
                  <a:ext uri="{0D108BD9-81ED-4DB2-BD59-A6C34878D82A}">
                    <a16:rowId xmlns:a16="http://schemas.microsoft.com/office/drawing/2014/main" val="686139493"/>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13057184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193061439"/>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1386378086"/>
                  </a:ext>
                </a:extLst>
              </a:tr>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val="3255964275"/>
                  </a:ext>
                </a:extLst>
              </a:tr>
            </a:tbl>
          </a:graphicData>
        </a:graphic>
      </p:graphicFrame>
    </p:spTree>
    <p:extLst>
      <p:ext uri="{BB962C8B-B14F-4D97-AF65-F5344CB8AC3E}">
        <p14:creationId xmlns:p14="http://schemas.microsoft.com/office/powerpoint/2010/main" val="234074340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2933</TotalTime>
  <Words>1380</Words>
  <Application>Microsoft Office PowerPoint</Application>
  <PresentationFormat>Widescreen</PresentationFormat>
  <Paragraphs>156</Paragraphs>
  <Slides>10</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ＭＳ Ｐゴシック</vt:lpstr>
      <vt:lpstr>Arial</vt:lpstr>
      <vt:lpstr>Arial</vt:lpstr>
      <vt:lpstr>Calibri</vt:lpstr>
      <vt:lpstr>Canva Sans</vt:lpstr>
      <vt:lpstr>Canva Sans Bold</vt:lpstr>
      <vt:lpstr>Fira Sans Medium</vt:lpstr>
      <vt:lpstr>Graphik</vt:lpstr>
      <vt:lpstr>Graphik Black</vt:lpstr>
      <vt:lpstr>Roboto</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Girish, Ligy</dc:creator>
  <cp:lastModifiedBy>ADMIN</cp:lastModifiedBy>
  <cp:revision>8</cp:revision>
  <dcterms:created xsi:type="dcterms:W3CDTF">2023-08-06T12:22:29Z</dcterms:created>
  <dcterms:modified xsi:type="dcterms:W3CDTF">2023-10-17T17:10:00Z</dcterms:modified>
</cp:coreProperties>
</file>